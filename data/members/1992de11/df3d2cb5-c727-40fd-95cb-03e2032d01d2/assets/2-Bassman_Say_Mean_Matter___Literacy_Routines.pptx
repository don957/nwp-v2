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Constantia"/>
      <p:regular r:id="rId21"/>
      <p:bold r:id="rId22"/>
      <p:italic r:id="rId23"/>
      <p:boldItalic r:id="rId24"/>
    </p:embeddedFont>
    <p:embeddedFont>
      <p:font typeface="Lora"/>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21020C-5779-462F-884D-2363A5FB0013}">
  <a:tblStyle styleId="{2A21020C-5779-462F-884D-2363A5FB0013}"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onstantia-bold.fntdata"/><Relationship Id="rId21" Type="http://schemas.openxmlformats.org/officeDocument/2006/relationships/font" Target="fonts/Constantia-regular.fntdata"/><Relationship Id="rId24" Type="http://schemas.openxmlformats.org/officeDocument/2006/relationships/font" Target="fonts/Constantia-boldItalic.fntdata"/><Relationship Id="rId23" Type="http://schemas.openxmlformats.org/officeDocument/2006/relationships/font" Target="fonts/Constanti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ora-bold.fntdata"/><Relationship Id="rId25" Type="http://schemas.openxmlformats.org/officeDocument/2006/relationships/font" Target="fonts/Lora-regular.fntdata"/><Relationship Id="rId28" Type="http://schemas.openxmlformats.org/officeDocument/2006/relationships/font" Target="fonts/Lora-boldItalic.fntdata"/><Relationship Id="rId27" Type="http://schemas.openxmlformats.org/officeDocument/2006/relationships/font" Target="fonts/Lora-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14669291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14669291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5eef4f9b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5eef4f9b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46692918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46692918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62c23f60e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62c23f60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8a3b2618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8a3b2618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da10eed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da10eed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da10eedb7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da10eedb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da10eedb7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bda10eedb7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bda10eedb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bda10eedb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8a3b2618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8a3b2618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8a3b26186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8a3b26186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8a3b26186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8a3b26186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8a3b26186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8a3b26186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46692918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46692918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jpg"/><Relationship Id="rId3"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en"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a:blip r:embed="rId3">
            <a:alphaModFix/>
          </a:blip>
          <a:stretch>
            <a:fillRect/>
          </a:stretch>
        </p:blipFill>
        <p:spPr>
          <a:xfrm>
            <a:off x="512350" y="391025"/>
            <a:ext cx="1407775" cy="741950"/>
          </a:xfrm>
          <a:prstGeom prst="rect">
            <a:avLst/>
          </a:prstGeom>
          <a:noFill/>
          <a:ln>
            <a:noFill/>
          </a:ln>
        </p:spPr>
      </p:pic>
      <p:sp>
        <p:nvSpPr>
          <p:cNvPr id="12" name="Google Shape;12;p2"/>
          <p:cNvSpPr txBox="1"/>
          <p:nvPr>
            <p:ph type="title"/>
          </p:nvPr>
        </p:nvSpPr>
        <p:spPr>
          <a:xfrm>
            <a:off x="512350" y="1781100"/>
            <a:ext cx="7960200" cy="741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 name="Google Shape;13;p2"/>
          <p:cNvSpPr txBox="1"/>
          <p:nvPr>
            <p:ph idx="1" type="subTitle"/>
          </p:nvPr>
        </p:nvSpPr>
        <p:spPr>
          <a:xfrm>
            <a:off x="512350" y="2523000"/>
            <a:ext cx="73374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4" name="Google Shape;14;p2"/>
          <p:cNvSpPr txBox="1"/>
          <p:nvPr>
            <p:ph idx="2" type="body"/>
          </p:nvPr>
        </p:nvSpPr>
        <p:spPr>
          <a:xfrm>
            <a:off x="512350" y="4054050"/>
            <a:ext cx="2396700" cy="2942100"/>
          </a:xfrm>
          <a:prstGeom prst="rect">
            <a:avLst/>
          </a:prstGeom>
        </p:spPr>
        <p:txBody>
          <a:bodyPr anchorCtr="0" anchor="t" bIns="91425" lIns="91425" spcFirstLastPara="1" rIns="91425" wrap="square" tIns="91425">
            <a:normAutofit/>
          </a:bodyPr>
          <a:lstStyle>
            <a:lvl1pPr indent="-330200" lvl="0" marL="45720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5" name="Google Shape;15;p2"/>
          <p:cNvSpPr txBox="1"/>
          <p:nvPr>
            <p:ph idx="3" type="body"/>
          </p:nvPr>
        </p:nvSpPr>
        <p:spPr>
          <a:xfrm>
            <a:off x="3138450" y="4054050"/>
            <a:ext cx="28671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ink">
  <p:cSld name="TITLE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3"/>
          <p:cNvPicPr preferRelativeResize="0"/>
          <p:nvPr/>
        </p:nvPicPr>
        <p:blipFill>
          <a:blip r:embed="rId3">
            <a:alphaModFix/>
          </a:blip>
          <a:stretch>
            <a:fillRect/>
          </a:stretch>
        </p:blipFill>
        <p:spPr>
          <a:xfrm>
            <a:off x="512350" y="391025"/>
            <a:ext cx="1407775" cy="741950"/>
          </a:xfrm>
          <a:prstGeom prst="rect">
            <a:avLst/>
          </a:prstGeom>
          <a:noFill/>
          <a:ln>
            <a:noFill/>
          </a:ln>
        </p:spPr>
      </p:pic>
      <p:sp>
        <p:nvSpPr>
          <p:cNvPr id="19" name="Google Shape;19;p3"/>
          <p:cNvSpPr txBox="1"/>
          <p:nvPr>
            <p:ph type="title"/>
          </p:nvPr>
        </p:nvSpPr>
        <p:spPr>
          <a:xfrm>
            <a:off x="512350" y="1781100"/>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ph idx="1" type="subTitle"/>
          </p:nvPr>
        </p:nvSpPr>
        <p:spPr>
          <a:xfrm>
            <a:off x="512350" y="2523000"/>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21" name="Google Shape;21;p3"/>
          <p:cNvSpPr txBox="1"/>
          <p:nvPr>
            <p:ph idx="2" type="body"/>
          </p:nvPr>
        </p:nvSpPr>
        <p:spPr>
          <a:xfrm>
            <a:off x="512350" y="4054050"/>
            <a:ext cx="23967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2" name="Google Shape;22;p3"/>
          <p:cNvSpPr txBox="1"/>
          <p:nvPr>
            <p:ph idx="3" type="body"/>
          </p:nvPr>
        </p:nvSpPr>
        <p:spPr>
          <a:xfrm>
            <a:off x="3138450" y="4054050"/>
            <a:ext cx="28671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p:cSld name="TITLE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a:blip r:embed="rId3">
            <a:alphaModFix/>
          </a:blip>
          <a:stretch>
            <a:fillRect/>
          </a:stretch>
        </p:blipFill>
        <p:spPr>
          <a:xfrm>
            <a:off x="512350" y="391025"/>
            <a:ext cx="1407775" cy="741950"/>
          </a:xfrm>
          <a:prstGeom prst="rect">
            <a:avLst/>
          </a:prstGeom>
          <a:noFill/>
          <a:ln>
            <a:noFill/>
          </a:ln>
        </p:spPr>
      </p:pic>
      <p:sp>
        <p:nvSpPr>
          <p:cNvPr id="26" name="Google Shape;26;p4"/>
          <p:cNvSpPr txBox="1"/>
          <p:nvPr>
            <p:ph type="title"/>
          </p:nvPr>
        </p:nvSpPr>
        <p:spPr>
          <a:xfrm>
            <a:off x="512350" y="1781100"/>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4"/>
          <p:cNvSpPr txBox="1"/>
          <p:nvPr>
            <p:ph idx="1" type="subTitle"/>
          </p:nvPr>
        </p:nvSpPr>
        <p:spPr>
          <a:xfrm>
            <a:off x="512350" y="2523000"/>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28" name="Google Shape;28;p4"/>
          <p:cNvSpPr txBox="1"/>
          <p:nvPr>
            <p:ph idx="2" type="body"/>
          </p:nvPr>
        </p:nvSpPr>
        <p:spPr>
          <a:xfrm>
            <a:off x="512350" y="4054050"/>
            <a:ext cx="23967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9" name="Google Shape;29;p4"/>
          <p:cNvSpPr txBox="1"/>
          <p:nvPr>
            <p:ph idx="3" type="body"/>
          </p:nvPr>
        </p:nvSpPr>
        <p:spPr>
          <a:xfrm>
            <a:off x="3138450" y="4054050"/>
            <a:ext cx="28671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yellow">
  <p:cSld name="TITLE_1_1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3">
            <a:alphaModFix/>
          </a:blip>
          <a:stretch>
            <a:fillRect/>
          </a:stretch>
        </p:blipFill>
        <p:spPr>
          <a:xfrm>
            <a:off x="512350" y="391025"/>
            <a:ext cx="1407775" cy="741950"/>
          </a:xfrm>
          <a:prstGeom prst="rect">
            <a:avLst/>
          </a:prstGeom>
          <a:noFill/>
          <a:ln>
            <a:noFill/>
          </a:ln>
        </p:spPr>
      </p:pic>
      <p:sp>
        <p:nvSpPr>
          <p:cNvPr id="33" name="Google Shape;33;p5"/>
          <p:cNvSpPr txBox="1"/>
          <p:nvPr>
            <p:ph type="title"/>
          </p:nvPr>
        </p:nvSpPr>
        <p:spPr>
          <a:xfrm>
            <a:off x="512350" y="1781100"/>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5"/>
          <p:cNvSpPr txBox="1"/>
          <p:nvPr>
            <p:ph idx="1" type="subTitle"/>
          </p:nvPr>
        </p:nvSpPr>
        <p:spPr>
          <a:xfrm>
            <a:off x="512350" y="2523000"/>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35" name="Google Shape;35;p5"/>
          <p:cNvSpPr txBox="1"/>
          <p:nvPr>
            <p:ph idx="2" type="body"/>
          </p:nvPr>
        </p:nvSpPr>
        <p:spPr>
          <a:xfrm>
            <a:off x="512350" y="4054050"/>
            <a:ext cx="23967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36" name="Google Shape;36;p5"/>
          <p:cNvSpPr txBox="1"/>
          <p:nvPr>
            <p:ph idx="3" type="body"/>
          </p:nvPr>
        </p:nvSpPr>
        <p:spPr>
          <a:xfrm>
            <a:off x="3138450" y="4054050"/>
            <a:ext cx="28671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urple">
  <p:cSld name="TITLE_1_1_1_1">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9" name="Google Shape;39;p6"/>
          <p:cNvPicPr preferRelativeResize="0"/>
          <p:nvPr/>
        </p:nvPicPr>
        <p:blipFill>
          <a:blip r:embed="rId3">
            <a:alphaModFix/>
          </a:blip>
          <a:stretch>
            <a:fillRect/>
          </a:stretch>
        </p:blipFill>
        <p:spPr>
          <a:xfrm>
            <a:off x="512350" y="391025"/>
            <a:ext cx="1407775" cy="741950"/>
          </a:xfrm>
          <a:prstGeom prst="rect">
            <a:avLst/>
          </a:prstGeom>
          <a:noFill/>
          <a:ln>
            <a:noFill/>
          </a:ln>
        </p:spPr>
      </p:pic>
      <p:sp>
        <p:nvSpPr>
          <p:cNvPr id="40" name="Google Shape;40;p6"/>
          <p:cNvSpPr txBox="1"/>
          <p:nvPr>
            <p:ph type="title"/>
          </p:nvPr>
        </p:nvSpPr>
        <p:spPr>
          <a:xfrm>
            <a:off x="512350" y="1781100"/>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6"/>
          <p:cNvSpPr txBox="1"/>
          <p:nvPr>
            <p:ph idx="1" type="subTitle"/>
          </p:nvPr>
        </p:nvSpPr>
        <p:spPr>
          <a:xfrm>
            <a:off x="512350" y="2523000"/>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42" name="Google Shape;42;p6"/>
          <p:cNvSpPr txBox="1"/>
          <p:nvPr>
            <p:ph idx="2" type="body"/>
          </p:nvPr>
        </p:nvSpPr>
        <p:spPr>
          <a:xfrm>
            <a:off x="512350" y="4054050"/>
            <a:ext cx="23967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43" name="Google Shape;43;p6"/>
          <p:cNvSpPr txBox="1"/>
          <p:nvPr>
            <p:ph idx="3" type="body"/>
          </p:nvPr>
        </p:nvSpPr>
        <p:spPr>
          <a:xfrm>
            <a:off x="3138450" y="4054050"/>
            <a:ext cx="2867100" cy="2942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green" type="secHead">
  <p:cSld name="SECTION_HEADER">
    <p:bg>
      <p:bgPr>
        <a:blipFill>
          <a:blip r:embed="rId2">
            <a:alphaModFix/>
          </a:blip>
          <a:stretch>
            <a:fillRect/>
          </a:stretch>
        </a:blipFill>
      </p:bgPr>
    </p:bg>
    <p:spTree>
      <p:nvGrpSpPr>
        <p:cNvPr id="44" name="Shape 44"/>
        <p:cNvGrpSpPr/>
        <p:nvPr/>
      </p:nvGrpSpPr>
      <p:grpSpPr>
        <a:xfrm>
          <a:off x="0" y="0"/>
          <a:ext cx="0" cy="0"/>
          <a:chOff x="0" y="0"/>
          <a:chExt cx="0" cy="0"/>
        </a:xfrm>
      </p:grpSpPr>
      <p:pic>
        <p:nvPicPr>
          <p:cNvPr id="45" name="Google Shape;45;p7"/>
          <p:cNvPicPr preferRelativeResize="0"/>
          <p:nvPr/>
        </p:nvPicPr>
        <p:blipFill>
          <a:blip r:embed="rId3">
            <a:alphaModFix/>
          </a:blip>
          <a:stretch>
            <a:fillRect/>
          </a:stretch>
        </p:blipFill>
        <p:spPr>
          <a:xfrm>
            <a:off x="512350" y="4130847"/>
            <a:ext cx="1171000" cy="617150"/>
          </a:xfrm>
          <a:prstGeom prst="rect">
            <a:avLst/>
          </a:prstGeom>
          <a:noFill/>
          <a:ln>
            <a:noFill/>
          </a:ln>
        </p:spPr>
      </p:pic>
      <p:sp>
        <p:nvSpPr>
          <p:cNvPr id="46" name="Google Shape;46;p7"/>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7"/>
          <p:cNvSpPr txBox="1"/>
          <p:nvPr>
            <p:ph idx="1" type="subTitle"/>
          </p:nvPr>
        </p:nvSpPr>
        <p:spPr>
          <a:xfrm>
            <a:off x="512350" y="1087825"/>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48" name="Google Shape;48;p7"/>
          <p:cNvSpPr txBox="1"/>
          <p:nvPr>
            <p:ph idx="2" type="body"/>
          </p:nvPr>
        </p:nvSpPr>
        <p:spPr>
          <a:xfrm>
            <a:off x="1597950" y="2102675"/>
            <a:ext cx="2396700" cy="524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ink">
  <p:cSld name="SECTION_HEADER_1">
    <p:bg>
      <p:bgPr>
        <a:blipFill>
          <a:blip r:embed="rId2">
            <a:alphaModFix/>
          </a:blip>
          <a:stretch>
            <a:fillRect/>
          </a:stretch>
        </a:blipFill>
      </p:bgPr>
    </p:bg>
    <p:spTree>
      <p:nvGrpSpPr>
        <p:cNvPr id="49" name="Shape 49"/>
        <p:cNvGrpSpPr/>
        <p:nvPr/>
      </p:nvGrpSpPr>
      <p:grpSpPr>
        <a:xfrm>
          <a:off x="0" y="0"/>
          <a:ext cx="0" cy="0"/>
          <a:chOff x="0" y="0"/>
          <a:chExt cx="0" cy="0"/>
        </a:xfrm>
      </p:grpSpPr>
      <p:pic>
        <p:nvPicPr>
          <p:cNvPr id="50" name="Google Shape;50;p8"/>
          <p:cNvPicPr preferRelativeResize="0"/>
          <p:nvPr/>
        </p:nvPicPr>
        <p:blipFill>
          <a:blip r:embed="rId3">
            <a:alphaModFix/>
          </a:blip>
          <a:stretch>
            <a:fillRect/>
          </a:stretch>
        </p:blipFill>
        <p:spPr>
          <a:xfrm>
            <a:off x="512350" y="4130847"/>
            <a:ext cx="1171000" cy="617150"/>
          </a:xfrm>
          <a:prstGeom prst="rect">
            <a:avLst/>
          </a:prstGeom>
          <a:noFill/>
          <a:ln>
            <a:noFill/>
          </a:ln>
        </p:spPr>
      </p:pic>
      <p:sp>
        <p:nvSpPr>
          <p:cNvPr id="51" name="Google Shape;51;p8"/>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8"/>
          <p:cNvSpPr txBox="1"/>
          <p:nvPr>
            <p:ph idx="1" type="subTitle"/>
          </p:nvPr>
        </p:nvSpPr>
        <p:spPr>
          <a:xfrm>
            <a:off x="512350" y="1087825"/>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53" name="Google Shape;53;p8"/>
          <p:cNvSpPr txBox="1"/>
          <p:nvPr>
            <p:ph idx="2" type="body"/>
          </p:nvPr>
        </p:nvSpPr>
        <p:spPr>
          <a:xfrm>
            <a:off x="1597950" y="2102675"/>
            <a:ext cx="5148600" cy="524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blue">
  <p:cSld name="SECTION_HEADER_1_1">
    <p:bg>
      <p:bgPr>
        <a:blipFill>
          <a:blip r:embed="rId2">
            <a:alphaModFix/>
          </a:blip>
          <a:stretch>
            <a:fillRect/>
          </a:stretch>
        </a:blipFill>
      </p:bgPr>
    </p:bg>
    <p:spTree>
      <p:nvGrpSpPr>
        <p:cNvPr id="54" name="Shape 54"/>
        <p:cNvGrpSpPr/>
        <p:nvPr/>
      </p:nvGrpSpPr>
      <p:grpSpPr>
        <a:xfrm>
          <a:off x="0" y="0"/>
          <a:ext cx="0" cy="0"/>
          <a:chOff x="0" y="0"/>
          <a:chExt cx="0" cy="0"/>
        </a:xfrm>
      </p:grpSpPr>
      <p:pic>
        <p:nvPicPr>
          <p:cNvPr id="55" name="Google Shape;55;p9"/>
          <p:cNvPicPr preferRelativeResize="0"/>
          <p:nvPr/>
        </p:nvPicPr>
        <p:blipFill>
          <a:blip r:embed="rId3">
            <a:alphaModFix/>
          </a:blip>
          <a:stretch>
            <a:fillRect/>
          </a:stretch>
        </p:blipFill>
        <p:spPr>
          <a:xfrm>
            <a:off x="512350" y="4130847"/>
            <a:ext cx="1171000" cy="617150"/>
          </a:xfrm>
          <a:prstGeom prst="rect">
            <a:avLst/>
          </a:prstGeom>
          <a:noFill/>
          <a:ln>
            <a:noFill/>
          </a:ln>
        </p:spPr>
      </p:pic>
      <p:sp>
        <p:nvSpPr>
          <p:cNvPr id="56" name="Google Shape;56;p9"/>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9"/>
          <p:cNvSpPr txBox="1"/>
          <p:nvPr>
            <p:ph idx="1" type="subTitle"/>
          </p:nvPr>
        </p:nvSpPr>
        <p:spPr>
          <a:xfrm>
            <a:off x="512350" y="1087825"/>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58" name="Google Shape;58;p9"/>
          <p:cNvSpPr txBox="1"/>
          <p:nvPr>
            <p:ph idx="2" type="body"/>
          </p:nvPr>
        </p:nvSpPr>
        <p:spPr>
          <a:xfrm>
            <a:off x="1597950" y="2102675"/>
            <a:ext cx="2396700" cy="524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yellow">
  <p:cSld name="SECTION_HEADER_1_1_1">
    <p:bg>
      <p:bgPr>
        <a:blipFill>
          <a:blip r:embed="rId2">
            <a:alphaModFix/>
          </a:blip>
          <a:stretch>
            <a:fillRect/>
          </a:stretch>
        </a:blipFill>
      </p:bgPr>
    </p:bg>
    <p:spTree>
      <p:nvGrpSpPr>
        <p:cNvPr id="59" name="Shape 59"/>
        <p:cNvGrpSpPr/>
        <p:nvPr/>
      </p:nvGrpSpPr>
      <p:grpSpPr>
        <a:xfrm>
          <a:off x="0" y="0"/>
          <a:ext cx="0" cy="0"/>
          <a:chOff x="0" y="0"/>
          <a:chExt cx="0" cy="0"/>
        </a:xfrm>
      </p:grpSpPr>
      <p:pic>
        <p:nvPicPr>
          <p:cNvPr id="60" name="Google Shape;60;p10"/>
          <p:cNvPicPr preferRelativeResize="0"/>
          <p:nvPr/>
        </p:nvPicPr>
        <p:blipFill>
          <a:blip r:embed="rId3">
            <a:alphaModFix/>
          </a:blip>
          <a:stretch>
            <a:fillRect/>
          </a:stretch>
        </p:blipFill>
        <p:spPr>
          <a:xfrm>
            <a:off x="512350" y="4130847"/>
            <a:ext cx="1171000" cy="617150"/>
          </a:xfrm>
          <a:prstGeom prst="rect">
            <a:avLst/>
          </a:prstGeom>
          <a:noFill/>
          <a:ln>
            <a:noFill/>
          </a:ln>
        </p:spPr>
      </p:pic>
      <p:sp>
        <p:nvSpPr>
          <p:cNvPr id="61" name="Google Shape;61;p10"/>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0"/>
          <p:cNvSpPr txBox="1"/>
          <p:nvPr>
            <p:ph idx="1" type="subTitle"/>
          </p:nvPr>
        </p:nvSpPr>
        <p:spPr>
          <a:xfrm>
            <a:off x="512350" y="1087825"/>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63" name="Google Shape;63;p10"/>
          <p:cNvSpPr txBox="1"/>
          <p:nvPr>
            <p:ph idx="2" type="body"/>
          </p:nvPr>
        </p:nvSpPr>
        <p:spPr>
          <a:xfrm>
            <a:off x="1597950" y="2102675"/>
            <a:ext cx="2396700" cy="524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urple">
  <p:cSld name="SECTION_HEADER_1_1_1_1">
    <p:bg>
      <p:bgPr>
        <a:blipFill>
          <a:blip r:embed="rId2">
            <a:alphaModFix/>
          </a:blip>
          <a:stretch>
            <a:fillRect/>
          </a:stretch>
        </a:blipFill>
      </p:bgPr>
    </p:bg>
    <p:spTree>
      <p:nvGrpSpPr>
        <p:cNvPr id="64" name="Shape 64"/>
        <p:cNvGrpSpPr/>
        <p:nvPr/>
      </p:nvGrpSpPr>
      <p:grpSpPr>
        <a:xfrm>
          <a:off x="0" y="0"/>
          <a:ext cx="0" cy="0"/>
          <a:chOff x="0" y="0"/>
          <a:chExt cx="0" cy="0"/>
        </a:xfrm>
      </p:grpSpPr>
      <p:pic>
        <p:nvPicPr>
          <p:cNvPr id="65" name="Google Shape;65;p11"/>
          <p:cNvPicPr preferRelativeResize="0"/>
          <p:nvPr/>
        </p:nvPicPr>
        <p:blipFill>
          <a:blip r:embed="rId3">
            <a:alphaModFix/>
          </a:blip>
          <a:stretch>
            <a:fillRect/>
          </a:stretch>
        </p:blipFill>
        <p:spPr>
          <a:xfrm>
            <a:off x="512350" y="4130847"/>
            <a:ext cx="1171000" cy="617150"/>
          </a:xfrm>
          <a:prstGeom prst="rect">
            <a:avLst/>
          </a:prstGeom>
          <a:noFill/>
          <a:ln>
            <a:noFill/>
          </a:ln>
        </p:spPr>
      </p:pic>
      <p:sp>
        <p:nvSpPr>
          <p:cNvPr id="66" name="Google Shape;66;p11"/>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1"/>
          <p:cNvSpPr txBox="1"/>
          <p:nvPr>
            <p:ph idx="1" type="subTitle"/>
          </p:nvPr>
        </p:nvSpPr>
        <p:spPr>
          <a:xfrm>
            <a:off x="512350" y="1087825"/>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68" name="Google Shape;68;p11"/>
          <p:cNvSpPr txBox="1"/>
          <p:nvPr>
            <p:ph idx="2" type="body"/>
          </p:nvPr>
        </p:nvSpPr>
        <p:spPr>
          <a:xfrm>
            <a:off x="1597950" y="2102675"/>
            <a:ext cx="2396700" cy="524100"/>
          </a:xfrm>
          <a:prstGeom prst="rect">
            <a:avLst/>
          </a:prstGeom>
        </p:spPr>
        <p:txBody>
          <a:bodyPr anchorCtr="0" anchor="t" bIns="91425" lIns="91425" spcFirstLastPara="1" rIns="91425" wrap="square" tIns="91425">
            <a:normAutofit/>
          </a:bodyPr>
          <a:lstStyle>
            <a:lvl1pPr indent="-330200" lvl="0" marL="457200" rtl="0">
              <a:lnSpc>
                <a:spcPct val="100000"/>
              </a:lnSpc>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nSpc>
                <a:spcPct val="100000"/>
              </a:lnSpc>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green" type="tx">
  <p:cSld name="TITLE_AND_BODY">
    <p:bg>
      <p:bgPr>
        <a:blipFill>
          <a:blip r:embed="rId2">
            <a:alphaModFix/>
          </a:blip>
          <a:stretch>
            <a:fillRect/>
          </a:stretch>
        </a:blipFill>
      </p:bgPr>
    </p:bg>
    <p:spTree>
      <p:nvGrpSpPr>
        <p:cNvPr id="69" name="Shape 69"/>
        <p:cNvGrpSpPr/>
        <p:nvPr/>
      </p:nvGrpSpPr>
      <p:grpSpPr>
        <a:xfrm>
          <a:off x="0" y="0"/>
          <a:ext cx="0" cy="0"/>
          <a:chOff x="0" y="0"/>
          <a:chExt cx="0" cy="0"/>
        </a:xfrm>
      </p:grpSpPr>
      <p:sp>
        <p:nvSpPr>
          <p:cNvPr id="70" name="Google Shape;7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2"/>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72" name="Google Shape;72;p12"/>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blue">
  <p:cSld name="TITLE_AND_BODY_1">
    <p:bg>
      <p:bgPr>
        <a:blipFill>
          <a:blip r:embed="rId2">
            <a:alphaModFix/>
          </a:blip>
          <a:stretch>
            <a:fillRect/>
          </a:stretch>
        </a:blipFill>
      </p:bgPr>
    </p:bg>
    <p:spTree>
      <p:nvGrpSpPr>
        <p:cNvPr id="73" name="Shape 73"/>
        <p:cNvGrpSpPr/>
        <p:nvPr/>
      </p:nvGrpSpPr>
      <p:grpSpPr>
        <a:xfrm>
          <a:off x="0" y="0"/>
          <a:ext cx="0" cy="0"/>
          <a:chOff x="0" y="0"/>
          <a:chExt cx="0" cy="0"/>
        </a:xfrm>
      </p:grpSpPr>
      <p:sp>
        <p:nvSpPr>
          <p:cNvPr id="74" name="Google Shape;7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5" name="Google Shape;75;p13"/>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76" name="Google Shape;76;p13"/>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ink">
  <p:cSld name="TITLE_AND_BODY_1_1">
    <p:bg>
      <p:bgPr>
        <a:blipFill>
          <a:blip r:embed="rId2">
            <a:alphaModFix/>
          </a:blip>
          <a:stretch>
            <a:fillRect/>
          </a:stretch>
        </a:blipFill>
      </p:bgPr>
    </p:bg>
    <p:spTree>
      <p:nvGrpSpPr>
        <p:cNvPr id="77" name="Shape 77"/>
        <p:cNvGrpSpPr/>
        <p:nvPr/>
      </p:nvGrpSpPr>
      <p:grpSpPr>
        <a:xfrm>
          <a:off x="0" y="0"/>
          <a:ext cx="0" cy="0"/>
          <a:chOff x="0" y="0"/>
          <a:chExt cx="0" cy="0"/>
        </a:xfrm>
      </p:grpSpPr>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9" name="Google Shape;79;p14"/>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80" name="Google Shape;80;p14"/>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urple">
  <p:cSld name="TITLE_AND_BODY_1_1_1">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5"/>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84" name="Google Shape;84;p15"/>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yellow">
  <p:cSld name="TITLE_AND_BODY_1_1_1_1">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87" name="Google Shape;87;p16"/>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88" name="Google Shape;88;p16"/>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ox and image green">
  <p:cSld name="TITLE_AND_BODY_2">
    <p:bg>
      <p:bgPr>
        <a:blipFill>
          <a:blip r:embed="rId2">
            <a:alphaModFix/>
          </a:blip>
          <a:stretch>
            <a:fillRect/>
          </a:stretch>
        </a:blipFill>
      </p:bgPr>
    </p:bg>
    <p:spTree>
      <p:nvGrpSpPr>
        <p:cNvPr id="89" name="Shape 89"/>
        <p:cNvGrpSpPr/>
        <p:nvPr/>
      </p:nvGrpSpPr>
      <p:grpSpPr>
        <a:xfrm>
          <a:off x="0" y="0"/>
          <a:ext cx="0" cy="0"/>
          <a:chOff x="0" y="0"/>
          <a:chExt cx="0" cy="0"/>
        </a:xfrm>
      </p:grpSpPr>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1" name="Google Shape;91;p17"/>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92" name="Google Shape;92;p17"/>
          <p:cNvSpPr/>
          <p:nvPr/>
        </p:nvSpPr>
        <p:spPr>
          <a:xfrm>
            <a:off x="597875" y="484725"/>
            <a:ext cx="2944500" cy="3688800"/>
          </a:xfrm>
          <a:prstGeom prst="rect">
            <a:avLst/>
          </a:prstGeom>
          <a:solidFill>
            <a:srgbClr val="33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txBox="1"/>
          <p:nvPr>
            <p:ph idx="1" type="body"/>
          </p:nvPr>
        </p:nvSpPr>
        <p:spPr>
          <a:xfrm>
            <a:off x="921875" y="1100475"/>
            <a:ext cx="2296500" cy="2421600"/>
          </a:xfrm>
          <a:prstGeom prst="rect">
            <a:avLst/>
          </a:prstGeom>
        </p:spPr>
        <p:txBody>
          <a:bodyPr anchorCtr="0" anchor="ctr" bIns="91425" lIns="91425" spcFirstLastPara="1" rIns="91425" wrap="square" tIns="91425">
            <a:normAutofit/>
          </a:bodyPr>
          <a:lstStyle>
            <a:lvl1pPr indent="-330200" lvl="0" marL="4572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30200" lvl="1" marL="9144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2pPr>
            <a:lvl3pPr indent="-330200" lvl="2" marL="13716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3pPr>
            <a:lvl4pPr indent="-330200" lvl="3" marL="18288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4pPr>
            <a:lvl5pPr indent="-330200" lvl="4" marL="22860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5pPr>
            <a:lvl6pPr indent="-330200" lvl="5" marL="27432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6pPr>
            <a:lvl7pPr indent="-330200" lvl="6" marL="32004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7pPr>
            <a:lvl8pPr indent="-330200" lvl="7" marL="36576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8pPr>
            <a:lvl9pPr indent="-330200" lvl="8" marL="411480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ox and image blue">
  <p:cSld name="TITLE_AND_BODY_1_2">
    <p:bg>
      <p:bgPr>
        <a:blipFill>
          <a:blip r:embed="rId2">
            <a:alphaModFix/>
          </a:blip>
          <a:stretch>
            <a:fillRect/>
          </a:stretch>
        </a:blipFill>
      </p:bgPr>
    </p:bg>
    <p:spTree>
      <p:nvGrpSpPr>
        <p:cNvPr id="94" name="Shape 94"/>
        <p:cNvGrpSpPr/>
        <p:nvPr/>
      </p:nvGrpSpPr>
      <p:grpSpPr>
        <a:xfrm>
          <a:off x="0" y="0"/>
          <a:ext cx="0" cy="0"/>
          <a:chOff x="0" y="0"/>
          <a:chExt cx="0" cy="0"/>
        </a:xfrm>
      </p:grpSpPr>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6" name="Google Shape;96;p18"/>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97" name="Google Shape;97;p18"/>
          <p:cNvSpPr/>
          <p:nvPr/>
        </p:nvSpPr>
        <p:spPr>
          <a:xfrm>
            <a:off x="597875" y="484725"/>
            <a:ext cx="2944500" cy="3688800"/>
          </a:xfrm>
          <a:prstGeom prst="rect">
            <a:avLst/>
          </a:prstGeom>
          <a:solidFill>
            <a:srgbClr val="33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txBox="1"/>
          <p:nvPr>
            <p:ph idx="1" type="body"/>
          </p:nvPr>
        </p:nvSpPr>
        <p:spPr>
          <a:xfrm>
            <a:off x="921875" y="1100475"/>
            <a:ext cx="2296500" cy="2421600"/>
          </a:xfrm>
          <a:prstGeom prst="rect">
            <a:avLst/>
          </a:prstGeom>
        </p:spPr>
        <p:txBody>
          <a:bodyPr anchorCtr="0" anchor="ctr"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30200" lvl="1" marL="914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2pPr>
            <a:lvl3pPr indent="-330200" lvl="2" marL="1371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3pPr>
            <a:lvl4pPr indent="-330200" lvl="3" marL="1828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4pPr>
            <a:lvl5pPr indent="-330200" lvl="4" marL="22860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5pPr>
            <a:lvl6pPr indent="-330200" lvl="5" marL="2743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6pPr>
            <a:lvl7pPr indent="-330200" lvl="6" marL="3200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7pPr>
            <a:lvl8pPr indent="-330200" lvl="7" marL="3657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8pPr>
            <a:lvl9pPr indent="-330200" lvl="8" marL="4114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ox and image pink">
  <p:cSld name="TITLE_AND_BODY_1_1_2">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02" name="Google Shape;102;p19"/>
          <p:cNvSpPr/>
          <p:nvPr/>
        </p:nvSpPr>
        <p:spPr>
          <a:xfrm>
            <a:off x="597875" y="484725"/>
            <a:ext cx="2944500" cy="3688800"/>
          </a:xfrm>
          <a:prstGeom prst="rect">
            <a:avLst/>
          </a:prstGeom>
          <a:solidFill>
            <a:srgbClr val="33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ph idx="1" type="body"/>
          </p:nvPr>
        </p:nvSpPr>
        <p:spPr>
          <a:xfrm>
            <a:off x="921875" y="1100475"/>
            <a:ext cx="2296500" cy="2421600"/>
          </a:xfrm>
          <a:prstGeom prst="rect">
            <a:avLst/>
          </a:prstGeom>
        </p:spPr>
        <p:txBody>
          <a:bodyPr anchorCtr="0" anchor="ctr"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30200" lvl="1" marL="914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2pPr>
            <a:lvl3pPr indent="-330200" lvl="2" marL="1371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3pPr>
            <a:lvl4pPr indent="-330200" lvl="3" marL="1828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4pPr>
            <a:lvl5pPr indent="-330200" lvl="4" marL="22860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5pPr>
            <a:lvl6pPr indent="-330200" lvl="5" marL="2743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6pPr>
            <a:lvl7pPr indent="-330200" lvl="6" marL="3200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7pPr>
            <a:lvl8pPr indent="-330200" lvl="7" marL="3657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8pPr>
            <a:lvl9pPr indent="-330200" lvl="8" marL="4114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ox and image purple">
  <p:cSld name="TITLE_AND_BODY_1_1_1_2">
    <p:bg>
      <p:bgPr>
        <a:blipFill>
          <a:blip r:embed="rId2">
            <a:alphaModFix/>
          </a:blip>
          <a:stretch>
            <a:fillRect/>
          </a:stretch>
        </a:blipFill>
      </p:bgPr>
    </p:bg>
    <p:spTree>
      <p:nvGrpSpPr>
        <p:cNvPr id="104" name="Shape 104"/>
        <p:cNvGrpSpPr/>
        <p:nvPr/>
      </p:nvGrpSpPr>
      <p:grpSpPr>
        <a:xfrm>
          <a:off x="0" y="0"/>
          <a:ext cx="0" cy="0"/>
          <a:chOff x="0" y="0"/>
          <a:chExt cx="0" cy="0"/>
        </a:xfrm>
      </p:grpSpPr>
      <p:sp>
        <p:nvSpPr>
          <p:cNvPr id="105" name="Google Shape;10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6" name="Google Shape;106;p20"/>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07" name="Google Shape;107;p20"/>
          <p:cNvSpPr/>
          <p:nvPr/>
        </p:nvSpPr>
        <p:spPr>
          <a:xfrm>
            <a:off x="597875" y="484725"/>
            <a:ext cx="2944500" cy="3688800"/>
          </a:xfrm>
          <a:prstGeom prst="rect">
            <a:avLst/>
          </a:prstGeom>
          <a:solidFill>
            <a:srgbClr val="33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0"/>
          <p:cNvSpPr txBox="1"/>
          <p:nvPr>
            <p:ph idx="1" type="body"/>
          </p:nvPr>
        </p:nvSpPr>
        <p:spPr>
          <a:xfrm>
            <a:off x="921875" y="1100475"/>
            <a:ext cx="2296500" cy="2421600"/>
          </a:xfrm>
          <a:prstGeom prst="rect">
            <a:avLst/>
          </a:prstGeom>
        </p:spPr>
        <p:txBody>
          <a:bodyPr anchorCtr="0" anchor="ctr"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30200" lvl="1" marL="914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2pPr>
            <a:lvl3pPr indent="-330200" lvl="2" marL="1371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3pPr>
            <a:lvl4pPr indent="-330200" lvl="3" marL="1828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4pPr>
            <a:lvl5pPr indent="-330200" lvl="4" marL="22860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5pPr>
            <a:lvl6pPr indent="-330200" lvl="5" marL="2743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6pPr>
            <a:lvl7pPr indent="-330200" lvl="6" marL="3200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7pPr>
            <a:lvl8pPr indent="-330200" lvl="7" marL="3657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8pPr>
            <a:lvl9pPr indent="-330200" lvl="8" marL="4114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ox and image yellow">
  <p:cSld name="TITLE_AND_BODY_1_1_1_1_1">
    <p:bg>
      <p:bgPr>
        <a:blipFill>
          <a:blip r:embed="rId2">
            <a:alphaModFix/>
          </a:blip>
          <a:stretch>
            <a:fillRect/>
          </a:stretch>
        </a:blipFill>
      </p:bgPr>
    </p:bg>
    <p:spTree>
      <p:nvGrpSpPr>
        <p:cNvPr id="109" name="Shape 109"/>
        <p:cNvGrpSpPr/>
        <p:nvPr/>
      </p:nvGrpSpPr>
      <p:grpSpPr>
        <a:xfrm>
          <a:off x="0" y="0"/>
          <a:ext cx="0" cy="0"/>
          <a:chOff x="0" y="0"/>
          <a:chExt cx="0" cy="0"/>
        </a:xfrm>
      </p:grpSpPr>
      <p:sp>
        <p:nvSpPr>
          <p:cNvPr id="110" name="Google Shape;11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1" name="Google Shape;111;p21"/>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12" name="Google Shape;112;p21"/>
          <p:cNvSpPr/>
          <p:nvPr/>
        </p:nvSpPr>
        <p:spPr>
          <a:xfrm>
            <a:off x="597875" y="484725"/>
            <a:ext cx="2944500" cy="3688800"/>
          </a:xfrm>
          <a:prstGeom prst="rect">
            <a:avLst/>
          </a:prstGeom>
          <a:solidFill>
            <a:srgbClr val="33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idx="1" type="body"/>
          </p:nvPr>
        </p:nvSpPr>
        <p:spPr>
          <a:xfrm>
            <a:off x="921875" y="1100475"/>
            <a:ext cx="2296500" cy="2421600"/>
          </a:xfrm>
          <a:prstGeom prst="rect">
            <a:avLst/>
          </a:prstGeom>
        </p:spPr>
        <p:txBody>
          <a:bodyPr anchorCtr="0" anchor="ctr"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30200" lvl="1" marL="914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2pPr>
            <a:lvl3pPr indent="-330200" lvl="2" marL="1371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3pPr>
            <a:lvl4pPr indent="-330200" lvl="3" marL="1828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4pPr>
            <a:lvl5pPr indent="-330200" lvl="4" marL="22860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5pPr>
            <a:lvl6pPr indent="-330200" lvl="5" marL="2743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6pPr>
            <a:lvl7pPr indent="-330200" lvl="6" marL="32004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7pPr>
            <a:lvl8pPr indent="-330200" lvl="7" marL="36576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8pPr>
            <a:lvl9pPr indent="-330200" lvl="8" marL="41148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images green" type="twoColTx">
  <p:cSld name="TITLE_AND_TWO_COLUMNS">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22"/>
          <p:cNvSpPr txBox="1"/>
          <p:nvPr>
            <p:ph idx="1" type="body"/>
          </p:nvPr>
        </p:nvSpPr>
        <p:spPr>
          <a:xfrm>
            <a:off x="1474913"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17" name="Google Shape;117;p22"/>
          <p:cNvSpPr txBox="1"/>
          <p:nvPr>
            <p:ph idx="2" type="body"/>
          </p:nvPr>
        </p:nvSpPr>
        <p:spPr>
          <a:xfrm>
            <a:off x="5037188"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18" name="Google Shape;118;p22"/>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19" name="Google Shape;119;p22"/>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images blue">
  <p:cSld name="TITLE_AND_TWO_COLUMNS_1">
    <p:bg>
      <p:bgPr>
        <a:blipFill>
          <a:blip r:embed="rId2">
            <a:alphaModFix/>
          </a:blip>
          <a:stretch>
            <a:fillRect/>
          </a:stretch>
        </a:blipFill>
      </p:bgPr>
    </p:bg>
    <p:spTree>
      <p:nvGrpSpPr>
        <p:cNvPr id="120" name="Shape 120"/>
        <p:cNvGrpSpPr/>
        <p:nvPr/>
      </p:nvGrpSpPr>
      <p:grpSpPr>
        <a:xfrm>
          <a:off x="0" y="0"/>
          <a:ext cx="0" cy="0"/>
          <a:chOff x="0" y="0"/>
          <a:chExt cx="0" cy="0"/>
        </a:xfrm>
      </p:grpSpPr>
      <p:sp>
        <p:nvSpPr>
          <p:cNvPr id="121" name="Google Shape;12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2" name="Google Shape;122;p23"/>
          <p:cNvSpPr txBox="1"/>
          <p:nvPr>
            <p:ph idx="1" type="body"/>
          </p:nvPr>
        </p:nvSpPr>
        <p:spPr>
          <a:xfrm>
            <a:off x="1474913"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23" name="Google Shape;123;p23"/>
          <p:cNvSpPr txBox="1"/>
          <p:nvPr>
            <p:ph idx="2" type="body"/>
          </p:nvPr>
        </p:nvSpPr>
        <p:spPr>
          <a:xfrm>
            <a:off x="5037188"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24" name="Google Shape;124;p23"/>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25" name="Google Shape;125;p23"/>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images pink">
  <p:cSld name="TITLE_AND_TWO_COLUMNS_2">
    <p:bg>
      <p:bgPr>
        <a:blipFill>
          <a:blip r:embed="rId2">
            <a:alphaModFix/>
          </a:blip>
          <a:stretch>
            <a:fillRect/>
          </a:stretch>
        </a:blipFill>
      </p:bgPr>
    </p:bg>
    <p:spTree>
      <p:nvGrpSpPr>
        <p:cNvPr id="126" name="Shape 126"/>
        <p:cNvGrpSpPr/>
        <p:nvPr/>
      </p:nvGrpSpPr>
      <p:grpSpPr>
        <a:xfrm>
          <a:off x="0" y="0"/>
          <a:ext cx="0" cy="0"/>
          <a:chOff x="0" y="0"/>
          <a:chExt cx="0" cy="0"/>
        </a:xfrm>
      </p:grpSpPr>
      <p:sp>
        <p:nvSpPr>
          <p:cNvPr id="127" name="Google Shape;12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4"/>
          <p:cNvSpPr txBox="1"/>
          <p:nvPr>
            <p:ph idx="1" type="body"/>
          </p:nvPr>
        </p:nvSpPr>
        <p:spPr>
          <a:xfrm>
            <a:off x="1474913"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29" name="Google Shape;129;p24"/>
          <p:cNvSpPr txBox="1"/>
          <p:nvPr>
            <p:ph idx="2" type="body"/>
          </p:nvPr>
        </p:nvSpPr>
        <p:spPr>
          <a:xfrm>
            <a:off x="5037188"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30" name="Google Shape;130;p24"/>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31" name="Google Shape;131;p24"/>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images purple">
  <p:cSld name="TITLE_AND_TWO_COLUMNS_1_1">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5"/>
          <p:cNvSpPr txBox="1"/>
          <p:nvPr>
            <p:ph idx="1" type="body"/>
          </p:nvPr>
        </p:nvSpPr>
        <p:spPr>
          <a:xfrm>
            <a:off x="1474913"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35" name="Google Shape;135;p25"/>
          <p:cNvSpPr txBox="1"/>
          <p:nvPr>
            <p:ph idx="2" type="body"/>
          </p:nvPr>
        </p:nvSpPr>
        <p:spPr>
          <a:xfrm>
            <a:off x="5037188"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36" name="Google Shape;136;p25"/>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37" name="Google Shape;137;p25"/>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images yellow">
  <p:cSld name="TITLE_AND_TWO_COLUMNS_1_1_1">
    <p:bg>
      <p:bgPr>
        <a:blipFill>
          <a:blip r:embed="rId2">
            <a:alphaModFix/>
          </a:blip>
          <a:stretch>
            <a:fillRect/>
          </a:stretch>
        </a:blipFill>
      </p:bgPr>
    </p:bg>
    <p:spTree>
      <p:nvGrpSpPr>
        <p:cNvPr id="138" name="Shape 138"/>
        <p:cNvGrpSpPr/>
        <p:nvPr/>
      </p:nvGrpSpPr>
      <p:grpSpPr>
        <a:xfrm>
          <a:off x="0" y="0"/>
          <a:ext cx="0" cy="0"/>
          <a:chOff x="0" y="0"/>
          <a:chExt cx="0" cy="0"/>
        </a:xfrm>
      </p:grpSpPr>
      <p:sp>
        <p:nvSpPr>
          <p:cNvPr id="139" name="Google Shape;13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6"/>
          <p:cNvSpPr txBox="1"/>
          <p:nvPr>
            <p:ph idx="1" type="body"/>
          </p:nvPr>
        </p:nvSpPr>
        <p:spPr>
          <a:xfrm>
            <a:off x="1474913"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141" name="Google Shape;141;p26"/>
          <p:cNvSpPr txBox="1"/>
          <p:nvPr>
            <p:ph idx="2" type="body"/>
          </p:nvPr>
        </p:nvSpPr>
        <p:spPr>
          <a:xfrm>
            <a:off x="5037188" y="3837325"/>
            <a:ext cx="2631900" cy="5241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42" name="Google Shape;142;p26"/>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43" name="Google Shape;143;p26"/>
          <p:cNvSpPr txBox="1"/>
          <p:nvPr>
            <p:ph type="title"/>
          </p:nvPr>
        </p:nvSpPr>
        <p:spPr>
          <a:xfrm>
            <a:off x="512350" y="345925"/>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subtitle green">
  <p:cSld name="TITLE_AND_TWO_COLUMNS_3">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46" name="Google Shape;146;p27"/>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47" name="Google Shape;147;p27"/>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27"/>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subtitle blue">
  <p:cSld name="TITLE_AND_TWO_COLUMNS_1_2">
    <p:bg>
      <p:bgPr>
        <a:blipFill>
          <a:blip r:embed="rId2">
            <a:alphaModFix/>
          </a:blip>
          <a:stretch>
            <a:fillRect/>
          </a:stretch>
        </a:blipFill>
      </p:bgPr>
    </p:bg>
    <p:spTree>
      <p:nvGrpSpPr>
        <p:cNvPr id="149" name="Shape 149"/>
        <p:cNvGrpSpPr/>
        <p:nvPr/>
      </p:nvGrpSpPr>
      <p:grpSpPr>
        <a:xfrm>
          <a:off x="0" y="0"/>
          <a:ext cx="0" cy="0"/>
          <a:chOff x="0" y="0"/>
          <a:chExt cx="0" cy="0"/>
        </a:xfrm>
      </p:grpSpPr>
      <p:sp>
        <p:nvSpPr>
          <p:cNvPr id="150" name="Google Shape;15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51" name="Google Shape;151;p28"/>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52" name="Google Shape;152;p28"/>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3" name="Google Shape;153;p28"/>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subtitle pink">
  <p:cSld name="TITLE_AND_TWO_COLUMNS_2_1">
    <p:bg>
      <p:bgPr>
        <a:blipFill>
          <a:blip r:embed="rId2">
            <a:alphaModFix/>
          </a:blip>
          <a:stretch>
            <a:fillRect/>
          </a:stretch>
        </a:blipFill>
      </p:bgPr>
    </p:bg>
    <p:spTree>
      <p:nvGrpSpPr>
        <p:cNvPr id="154" name="Shape 154"/>
        <p:cNvGrpSpPr/>
        <p:nvPr/>
      </p:nvGrpSpPr>
      <p:grpSpPr>
        <a:xfrm>
          <a:off x="0" y="0"/>
          <a:ext cx="0" cy="0"/>
          <a:chOff x="0" y="0"/>
          <a:chExt cx="0" cy="0"/>
        </a:xfrm>
      </p:grpSpPr>
      <p:sp>
        <p:nvSpPr>
          <p:cNvPr id="155" name="Google Shape;15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56" name="Google Shape;156;p29"/>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57" name="Google Shape;157;p29"/>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8" name="Google Shape;158;p29"/>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subtitle purple">
  <p:cSld name="TITLE_AND_TWO_COLUMNS_1_1_2">
    <p:bg>
      <p:bgPr>
        <a:blipFill>
          <a:blip r:embed="rId2">
            <a:alphaModFix/>
          </a:blip>
          <a:stretch>
            <a:fillRect/>
          </a:stretch>
        </a:blipFill>
      </p:bgPr>
    </p:bg>
    <p:spTree>
      <p:nvGrpSpPr>
        <p:cNvPr id="159" name="Shape 159"/>
        <p:cNvGrpSpPr/>
        <p:nvPr/>
      </p:nvGrpSpPr>
      <p:grpSpPr>
        <a:xfrm>
          <a:off x="0" y="0"/>
          <a:ext cx="0" cy="0"/>
          <a:chOff x="0" y="0"/>
          <a:chExt cx="0" cy="0"/>
        </a:xfrm>
      </p:grpSpPr>
      <p:sp>
        <p:nvSpPr>
          <p:cNvPr id="160" name="Google Shape;16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61" name="Google Shape;161;p30"/>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62" name="Google Shape;162;p30"/>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3" name="Google Shape;163;p30"/>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subtitle yellow">
  <p:cSld name="TITLE_AND_TWO_COLUMNS_1_1_1_1">
    <p:bg>
      <p:bgPr>
        <a:blipFill>
          <a:blip r:embed="rId2">
            <a:alphaModFix/>
          </a:blip>
          <a:stretch>
            <a:fillRect/>
          </a:stretch>
        </a:blipFill>
      </p:bgPr>
    </p:bg>
    <p:spTree>
      <p:nvGrpSpPr>
        <p:cNvPr id="164" name="Shape 164"/>
        <p:cNvGrpSpPr/>
        <p:nvPr/>
      </p:nvGrpSpPr>
      <p:grpSpPr>
        <a:xfrm>
          <a:off x="0" y="0"/>
          <a:ext cx="0" cy="0"/>
          <a:chOff x="0" y="0"/>
          <a:chExt cx="0" cy="0"/>
        </a:xfrm>
      </p:grpSpPr>
      <p:sp>
        <p:nvSpPr>
          <p:cNvPr id="165" name="Google Shape;16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66" name="Google Shape;166;p31"/>
          <p:cNvPicPr preferRelativeResize="0"/>
          <p:nvPr/>
        </p:nvPicPr>
        <p:blipFill>
          <a:blip r:embed="rId3">
            <a:alphaModFix/>
          </a:blip>
          <a:stretch>
            <a:fillRect/>
          </a:stretch>
        </p:blipFill>
        <p:spPr>
          <a:xfrm>
            <a:off x="289125" y="4469588"/>
            <a:ext cx="676656" cy="356616"/>
          </a:xfrm>
          <a:prstGeom prst="rect">
            <a:avLst/>
          </a:prstGeom>
          <a:noFill/>
          <a:ln>
            <a:noFill/>
          </a:ln>
        </p:spPr>
      </p:pic>
      <p:sp>
        <p:nvSpPr>
          <p:cNvPr id="167" name="Google Shape;167;p31"/>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000"/>
              <a:buFont typeface="Constantia"/>
              <a:buNone/>
              <a:defRPr b="1" sz="4000">
                <a:solidFill>
                  <a:schemeClr val="lt1"/>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8" name="Google Shape;168;p31"/>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title and subtitle" type="titleOnly">
  <p:cSld name="TITLE_ONLY">
    <p:bg>
      <p:bgPr>
        <a:blipFill>
          <a:blip r:embed="rId2">
            <a:alphaModFix/>
          </a:blip>
          <a:stretch>
            <a:fillRect/>
          </a:stretch>
        </a:blipFill>
      </p:bgPr>
    </p:bg>
    <p:spTree>
      <p:nvGrpSpPr>
        <p:cNvPr id="169" name="Shape 169"/>
        <p:cNvGrpSpPr/>
        <p:nvPr/>
      </p:nvGrpSpPr>
      <p:grpSpPr>
        <a:xfrm>
          <a:off x="0" y="0"/>
          <a:ext cx="0" cy="0"/>
          <a:chOff x="0" y="0"/>
          <a:chExt cx="0" cy="0"/>
        </a:xfrm>
      </p:grpSpPr>
      <p:sp>
        <p:nvSpPr>
          <p:cNvPr id="170" name="Google Shape;17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32"/>
          <p:cNvSpPr txBox="1"/>
          <p:nvPr>
            <p:ph idx="1" type="subTitle"/>
          </p:nvPr>
        </p:nvSpPr>
        <p:spPr>
          <a:xfrm>
            <a:off x="3419400" y="1730659"/>
            <a:ext cx="2305200" cy="692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72" name="Google Shape;172;p32"/>
          <p:cNvSpPr txBox="1"/>
          <p:nvPr>
            <p:ph idx="2" type="body"/>
          </p:nvPr>
        </p:nvSpPr>
        <p:spPr>
          <a:xfrm>
            <a:off x="3527700" y="2619677"/>
            <a:ext cx="2088600" cy="944400"/>
          </a:xfrm>
          <a:prstGeom prst="rect">
            <a:avLst/>
          </a:prstGeom>
        </p:spPr>
        <p:txBody>
          <a:bodyPr anchorCtr="0" anchor="t" bIns="91425" lIns="91425" spcFirstLastPara="1" rIns="91425" wrap="square" tIns="91425">
            <a:normAutofit/>
          </a:bodyPr>
          <a:lstStyle>
            <a:lvl1pPr indent="-330200" lvl="0" marL="457200" rtl="0" algn="ctr">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lgn="ctr">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173" name="Google Shape;173;p32"/>
          <p:cNvPicPr preferRelativeResize="0"/>
          <p:nvPr/>
        </p:nvPicPr>
        <p:blipFill>
          <a:blip r:embed="rId3">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oints">
  <p:cSld name="ONE_COLUMN_TEXT">
    <p:bg>
      <p:bgPr>
        <a:solidFill>
          <a:srgbClr val="333B4E"/>
        </a:solidFill>
      </p:bgPr>
    </p:bg>
    <p:spTree>
      <p:nvGrpSpPr>
        <p:cNvPr id="174" name="Shape 174"/>
        <p:cNvGrpSpPr/>
        <p:nvPr/>
      </p:nvGrpSpPr>
      <p:grpSpPr>
        <a:xfrm>
          <a:off x="0" y="0"/>
          <a:ext cx="0" cy="0"/>
          <a:chOff x="0" y="0"/>
          <a:chExt cx="0" cy="0"/>
        </a:xfrm>
      </p:grpSpPr>
      <p:sp>
        <p:nvSpPr>
          <p:cNvPr id="175" name="Google Shape;17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33"/>
          <p:cNvSpPr/>
          <p:nvPr/>
        </p:nvSpPr>
        <p:spPr>
          <a:xfrm>
            <a:off x="5779650" y="2788500"/>
            <a:ext cx="1941900" cy="19419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4161775" y="1190600"/>
            <a:ext cx="1941900" cy="19419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1965400" y="2561750"/>
            <a:ext cx="1941900" cy="1941900"/>
          </a:xfrm>
          <a:prstGeom prst="rect">
            <a:avLst/>
          </a:prstGeom>
          <a:solidFill>
            <a:srgbClr val="EE39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6530550" y="562800"/>
            <a:ext cx="1941900" cy="19419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3"/>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33"/>
          <p:cNvSpPr txBox="1"/>
          <p:nvPr>
            <p:ph idx="1" type="subTitle"/>
          </p:nvPr>
        </p:nvSpPr>
        <p:spPr>
          <a:xfrm>
            <a:off x="2190250" y="287435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82" name="Google Shape;182;p33"/>
          <p:cNvSpPr txBox="1"/>
          <p:nvPr>
            <p:ph idx="2" type="subTitle"/>
          </p:nvPr>
        </p:nvSpPr>
        <p:spPr>
          <a:xfrm>
            <a:off x="4386625" y="15032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83" name="Google Shape;183;p33"/>
          <p:cNvSpPr txBox="1"/>
          <p:nvPr>
            <p:ph idx="3" type="subTitle"/>
          </p:nvPr>
        </p:nvSpPr>
        <p:spPr>
          <a:xfrm>
            <a:off x="6004500" y="31011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84" name="Google Shape;184;p33"/>
          <p:cNvSpPr txBox="1"/>
          <p:nvPr>
            <p:ph idx="4" type="subTitle"/>
          </p:nvPr>
        </p:nvSpPr>
        <p:spPr>
          <a:xfrm>
            <a:off x="6755400" y="8754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185" name="Google Shape;185;p33"/>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oints">
  <p:cSld name="ONE_COLUMN_TEXT_2">
    <p:bg>
      <p:bgPr>
        <a:solidFill>
          <a:srgbClr val="333B4E"/>
        </a:solidFill>
      </p:bgPr>
    </p:bg>
    <p:spTree>
      <p:nvGrpSpPr>
        <p:cNvPr id="186" name="Shape 186"/>
        <p:cNvGrpSpPr/>
        <p:nvPr/>
      </p:nvGrpSpPr>
      <p:grpSpPr>
        <a:xfrm>
          <a:off x="0" y="0"/>
          <a:ext cx="0" cy="0"/>
          <a:chOff x="0" y="0"/>
          <a:chExt cx="0" cy="0"/>
        </a:xfrm>
      </p:grpSpPr>
      <p:sp>
        <p:nvSpPr>
          <p:cNvPr id="187" name="Google Shape;18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4"/>
          <p:cNvSpPr/>
          <p:nvPr/>
        </p:nvSpPr>
        <p:spPr>
          <a:xfrm>
            <a:off x="5779650" y="2788500"/>
            <a:ext cx="1941900" cy="19419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4"/>
          <p:cNvSpPr/>
          <p:nvPr/>
        </p:nvSpPr>
        <p:spPr>
          <a:xfrm>
            <a:off x="4161775" y="1190600"/>
            <a:ext cx="1941900" cy="19419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4"/>
          <p:cNvSpPr/>
          <p:nvPr/>
        </p:nvSpPr>
        <p:spPr>
          <a:xfrm>
            <a:off x="6530550" y="562800"/>
            <a:ext cx="1941900" cy="19419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4"/>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2" name="Google Shape;192;p34"/>
          <p:cNvSpPr txBox="1"/>
          <p:nvPr>
            <p:ph idx="1" type="subTitle"/>
          </p:nvPr>
        </p:nvSpPr>
        <p:spPr>
          <a:xfrm>
            <a:off x="4386625" y="15032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93" name="Google Shape;193;p34"/>
          <p:cNvSpPr txBox="1"/>
          <p:nvPr>
            <p:ph idx="2" type="subTitle"/>
          </p:nvPr>
        </p:nvSpPr>
        <p:spPr>
          <a:xfrm>
            <a:off x="6004500" y="31011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194" name="Google Shape;194;p34"/>
          <p:cNvSpPr txBox="1"/>
          <p:nvPr>
            <p:ph idx="3" type="subTitle"/>
          </p:nvPr>
        </p:nvSpPr>
        <p:spPr>
          <a:xfrm>
            <a:off x="6755400" y="875400"/>
            <a:ext cx="1492200" cy="1316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195" name="Google Shape;195;p34"/>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oints plus additional text">
  <p:cSld name="ONE_COLUMN_TEXT_1">
    <p:bg>
      <p:bgPr>
        <a:solidFill>
          <a:srgbClr val="333B4E"/>
        </a:solidFill>
      </p:bgPr>
    </p:bg>
    <p:spTree>
      <p:nvGrpSpPr>
        <p:cNvPr id="196" name="Shape 196"/>
        <p:cNvGrpSpPr/>
        <p:nvPr/>
      </p:nvGrpSpPr>
      <p:grpSpPr>
        <a:xfrm>
          <a:off x="0" y="0"/>
          <a:ext cx="0" cy="0"/>
          <a:chOff x="0" y="0"/>
          <a:chExt cx="0" cy="0"/>
        </a:xfrm>
      </p:grpSpPr>
      <p:pic>
        <p:nvPicPr>
          <p:cNvPr id="197" name="Google Shape;197;p35"/>
          <p:cNvPicPr preferRelativeResize="0"/>
          <p:nvPr/>
        </p:nvPicPr>
        <p:blipFill>
          <a:blip r:embed="rId2">
            <a:alphaModFix/>
          </a:blip>
          <a:stretch>
            <a:fillRect/>
          </a:stretch>
        </p:blipFill>
        <p:spPr>
          <a:xfrm>
            <a:off x="4636660" y="446095"/>
            <a:ext cx="2095133" cy="2095123"/>
          </a:xfrm>
          <a:prstGeom prst="rect">
            <a:avLst/>
          </a:prstGeom>
          <a:noFill/>
          <a:ln>
            <a:noFill/>
          </a:ln>
        </p:spPr>
      </p:pic>
      <p:sp>
        <p:nvSpPr>
          <p:cNvPr id="198" name="Google Shape;19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35"/>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0" name="Google Shape;200;p35"/>
          <p:cNvSpPr txBox="1"/>
          <p:nvPr>
            <p:ph idx="1" type="subTitle"/>
          </p:nvPr>
        </p:nvSpPr>
        <p:spPr>
          <a:xfrm>
            <a:off x="5088122" y="1145813"/>
            <a:ext cx="1192200" cy="695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01" name="Google Shape;201;p35"/>
          <p:cNvPicPr preferRelativeResize="0"/>
          <p:nvPr/>
        </p:nvPicPr>
        <p:blipFill>
          <a:blip r:embed="rId3">
            <a:alphaModFix/>
          </a:blip>
          <a:stretch>
            <a:fillRect/>
          </a:stretch>
        </p:blipFill>
        <p:spPr>
          <a:xfrm>
            <a:off x="6884616" y="444612"/>
            <a:ext cx="2098120" cy="2098111"/>
          </a:xfrm>
          <a:prstGeom prst="rect">
            <a:avLst/>
          </a:prstGeom>
          <a:noFill/>
          <a:ln>
            <a:noFill/>
          </a:ln>
        </p:spPr>
      </p:pic>
      <p:pic>
        <p:nvPicPr>
          <p:cNvPr id="202" name="Google Shape;202;p35"/>
          <p:cNvPicPr preferRelativeResize="0"/>
          <p:nvPr/>
        </p:nvPicPr>
        <p:blipFill>
          <a:blip r:embed="rId4">
            <a:alphaModFix/>
          </a:blip>
          <a:stretch>
            <a:fillRect/>
          </a:stretch>
        </p:blipFill>
        <p:spPr>
          <a:xfrm>
            <a:off x="3522934" y="2600788"/>
            <a:ext cx="2098120" cy="2098111"/>
          </a:xfrm>
          <a:prstGeom prst="rect">
            <a:avLst/>
          </a:prstGeom>
          <a:noFill/>
          <a:ln>
            <a:noFill/>
          </a:ln>
        </p:spPr>
      </p:pic>
      <p:sp>
        <p:nvSpPr>
          <p:cNvPr id="203" name="Google Shape;203;p35"/>
          <p:cNvSpPr txBox="1"/>
          <p:nvPr>
            <p:ph idx="2" type="body"/>
          </p:nvPr>
        </p:nvSpPr>
        <p:spPr>
          <a:xfrm>
            <a:off x="512350" y="2537900"/>
            <a:ext cx="2631900" cy="2010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204" name="Google Shape;204;p35"/>
          <p:cNvPicPr preferRelativeResize="0"/>
          <p:nvPr/>
        </p:nvPicPr>
        <p:blipFill>
          <a:blip r:embed="rId5">
            <a:alphaModFix/>
          </a:blip>
          <a:stretch>
            <a:fillRect/>
          </a:stretch>
        </p:blipFill>
        <p:spPr>
          <a:xfrm>
            <a:off x="289125" y="4469588"/>
            <a:ext cx="676656" cy="356616"/>
          </a:xfrm>
          <a:prstGeom prst="rect">
            <a:avLst/>
          </a:prstGeom>
          <a:noFill/>
          <a:ln>
            <a:noFill/>
          </a:ln>
        </p:spPr>
      </p:pic>
      <p:sp>
        <p:nvSpPr>
          <p:cNvPr id="205" name="Google Shape;205;p35"/>
          <p:cNvSpPr txBox="1"/>
          <p:nvPr>
            <p:ph idx="3" type="subTitle"/>
          </p:nvPr>
        </p:nvSpPr>
        <p:spPr>
          <a:xfrm>
            <a:off x="7337572" y="1145813"/>
            <a:ext cx="1192200" cy="695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06" name="Google Shape;206;p35"/>
          <p:cNvPicPr preferRelativeResize="0"/>
          <p:nvPr/>
        </p:nvPicPr>
        <p:blipFill>
          <a:blip r:embed="rId2">
            <a:alphaModFix/>
          </a:blip>
          <a:stretch>
            <a:fillRect/>
          </a:stretch>
        </p:blipFill>
        <p:spPr>
          <a:xfrm>
            <a:off x="5888731" y="2602298"/>
            <a:ext cx="2095133" cy="2095123"/>
          </a:xfrm>
          <a:prstGeom prst="rect">
            <a:avLst/>
          </a:prstGeom>
          <a:noFill/>
          <a:ln>
            <a:noFill/>
          </a:ln>
        </p:spPr>
      </p:pic>
      <p:sp>
        <p:nvSpPr>
          <p:cNvPr id="207" name="Google Shape;207;p35"/>
          <p:cNvSpPr txBox="1"/>
          <p:nvPr>
            <p:ph idx="4" type="subTitle"/>
          </p:nvPr>
        </p:nvSpPr>
        <p:spPr>
          <a:xfrm>
            <a:off x="6340210" y="3302013"/>
            <a:ext cx="1192200" cy="695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208" name="Google Shape;208;p35"/>
          <p:cNvSpPr txBox="1"/>
          <p:nvPr>
            <p:ph idx="5" type="subTitle"/>
          </p:nvPr>
        </p:nvSpPr>
        <p:spPr>
          <a:xfrm>
            <a:off x="3975897" y="3302013"/>
            <a:ext cx="1192200" cy="6957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oints plus additional text 1">
  <p:cSld name="ONE_COLUMN_TEXT_1_3">
    <p:bg>
      <p:bgPr>
        <a:solidFill>
          <a:srgbClr val="333B4E"/>
        </a:solidFill>
      </p:bgPr>
    </p:bg>
    <p:spTree>
      <p:nvGrpSpPr>
        <p:cNvPr id="209" name="Shape 209"/>
        <p:cNvGrpSpPr/>
        <p:nvPr/>
      </p:nvGrpSpPr>
      <p:grpSpPr>
        <a:xfrm>
          <a:off x="0" y="0"/>
          <a:ext cx="0" cy="0"/>
          <a:chOff x="0" y="0"/>
          <a:chExt cx="0" cy="0"/>
        </a:xfrm>
      </p:grpSpPr>
      <p:pic>
        <p:nvPicPr>
          <p:cNvPr id="210" name="Google Shape;210;p36"/>
          <p:cNvPicPr preferRelativeResize="0"/>
          <p:nvPr/>
        </p:nvPicPr>
        <p:blipFill>
          <a:blip r:embed="rId2">
            <a:alphaModFix/>
          </a:blip>
          <a:stretch>
            <a:fillRect/>
          </a:stretch>
        </p:blipFill>
        <p:spPr>
          <a:xfrm>
            <a:off x="3567962" y="2172199"/>
            <a:ext cx="2008079" cy="2008074"/>
          </a:xfrm>
          <a:prstGeom prst="rect">
            <a:avLst/>
          </a:prstGeom>
          <a:noFill/>
          <a:ln>
            <a:noFill/>
          </a:ln>
        </p:spPr>
      </p:pic>
      <p:sp>
        <p:nvSpPr>
          <p:cNvPr id="211" name="Google Shape;21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36"/>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36"/>
          <p:cNvSpPr txBox="1"/>
          <p:nvPr>
            <p:ph idx="1" type="subTitle"/>
          </p:nvPr>
        </p:nvSpPr>
        <p:spPr>
          <a:xfrm>
            <a:off x="3975897" y="2828400"/>
            <a:ext cx="1192200" cy="6957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14" name="Google Shape;214;p36"/>
          <p:cNvPicPr preferRelativeResize="0"/>
          <p:nvPr/>
        </p:nvPicPr>
        <p:blipFill>
          <a:blip r:embed="rId3">
            <a:alphaModFix/>
          </a:blip>
          <a:stretch>
            <a:fillRect/>
          </a:stretch>
        </p:blipFill>
        <p:spPr>
          <a:xfrm>
            <a:off x="5168104" y="459088"/>
            <a:ext cx="2010942" cy="2010939"/>
          </a:xfrm>
          <a:prstGeom prst="rect">
            <a:avLst/>
          </a:prstGeom>
          <a:noFill/>
          <a:ln>
            <a:noFill/>
          </a:ln>
        </p:spPr>
      </p:pic>
      <p:pic>
        <p:nvPicPr>
          <p:cNvPr id="215" name="Google Shape;215;p36"/>
          <p:cNvPicPr preferRelativeResize="0"/>
          <p:nvPr/>
        </p:nvPicPr>
        <p:blipFill>
          <a:blip r:embed="rId4">
            <a:alphaModFix/>
          </a:blip>
          <a:stretch>
            <a:fillRect/>
          </a:stretch>
        </p:blipFill>
        <p:spPr>
          <a:xfrm>
            <a:off x="6734457" y="2673473"/>
            <a:ext cx="2010942" cy="2010939"/>
          </a:xfrm>
          <a:prstGeom prst="rect">
            <a:avLst/>
          </a:prstGeom>
          <a:noFill/>
          <a:ln>
            <a:noFill/>
          </a:ln>
        </p:spPr>
      </p:pic>
      <p:sp>
        <p:nvSpPr>
          <p:cNvPr id="216" name="Google Shape;216;p36"/>
          <p:cNvSpPr txBox="1"/>
          <p:nvPr>
            <p:ph idx="2" type="subTitle"/>
          </p:nvPr>
        </p:nvSpPr>
        <p:spPr>
          <a:xfrm>
            <a:off x="5577485" y="1116713"/>
            <a:ext cx="1192200" cy="6957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217" name="Google Shape;217;p36"/>
          <p:cNvSpPr txBox="1"/>
          <p:nvPr>
            <p:ph idx="3" type="subTitle"/>
          </p:nvPr>
        </p:nvSpPr>
        <p:spPr>
          <a:xfrm>
            <a:off x="7143835" y="3331088"/>
            <a:ext cx="1192200" cy="6957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gn="ctr">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sp>
        <p:nvSpPr>
          <p:cNvPr id="218" name="Google Shape;218;p36"/>
          <p:cNvSpPr txBox="1"/>
          <p:nvPr>
            <p:ph idx="4" type="body"/>
          </p:nvPr>
        </p:nvSpPr>
        <p:spPr>
          <a:xfrm>
            <a:off x="512350" y="2537900"/>
            <a:ext cx="2631900" cy="2010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219" name="Google Shape;219;p36"/>
          <p:cNvPicPr preferRelativeResize="0"/>
          <p:nvPr/>
        </p:nvPicPr>
        <p:blipFill>
          <a:blip r:embed="rId5">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large image">
  <p:cSld name="ONE_COLUMN_TEXT_1_2">
    <p:bg>
      <p:bgPr>
        <a:solidFill>
          <a:srgbClr val="333B4E"/>
        </a:solidFill>
      </p:bgPr>
    </p:bg>
    <p:spTree>
      <p:nvGrpSpPr>
        <p:cNvPr id="220" name="Shape 220"/>
        <p:cNvGrpSpPr/>
        <p:nvPr/>
      </p:nvGrpSpPr>
      <p:grpSpPr>
        <a:xfrm>
          <a:off x="0" y="0"/>
          <a:ext cx="0" cy="0"/>
          <a:chOff x="0" y="0"/>
          <a:chExt cx="0" cy="0"/>
        </a:xfrm>
      </p:grpSpPr>
      <p:sp>
        <p:nvSpPr>
          <p:cNvPr id="221" name="Google Shape;221;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37"/>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3" name="Google Shape;223;p37"/>
          <p:cNvSpPr txBox="1"/>
          <p:nvPr>
            <p:ph idx="1" type="body"/>
          </p:nvPr>
        </p:nvSpPr>
        <p:spPr>
          <a:xfrm>
            <a:off x="512350" y="2537900"/>
            <a:ext cx="2631900" cy="2010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pic>
        <p:nvPicPr>
          <p:cNvPr id="224" name="Google Shape;224;p37"/>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ONE_COLUMN_TEXT_1_2_1">
    <p:bg>
      <p:bgPr>
        <a:solidFill>
          <a:srgbClr val="333B4E"/>
        </a:solidFill>
      </p:bgPr>
    </p:bg>
    <p:spTree>
      <p:nvGrpSpPr>
        <p:cNvPr id="225" name="Shape 225"/>
        <p:cNvGrpSpPr/>
        <p:nvPr/>
      </p:nvGrpSpPr>
      <p:grpSpPr>
        <a:xfrm>
          <a:off x="0" y="0"/>
          <a:ext cx="0" cy="0"/>
          <a:chOff x="0" y="0"/>
          <a:chExt cx="0" cy="0"/>
        </a:xfrm>
      </p:grpSpPr>
      <p:sp>
        <p:nvSpPr>
          <p:cNvPr id="226" name="Google Shape;22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8"/>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8" name="Google Shape;228;p38"/>
          <p:cNvSpPr txBox="1"/>
          <p:nvPr>
            <p:ph idx="1" type="body"/>
          </p:nvPr>
        </p:nvSpPr>
        <p:spPr>
          <a:xfrm>
            <a:off x="512350" y="3424750"/>
            <a:ext cx="3273600" cy="11241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29" name="Google Shape;229;p38"/>
          <p:cNvSpPr/>
          <p:nvPr/>
        </p:nvSpPr>
        <p:spPr>
          <a:xfrm>
            <a:off x="5726800" y="1884450"/>
            <a:ext cx="2716800" cy="27168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8"/>
          <p:cNvSpPr/>
          <p:nvPr/>
        </p:nvSpPr>
        <p:spPr>
          <a:xfrm>
            <a:off x="5974575" y="542250"/>
            <a:ext cx="2716800" cy="27168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8"/>
          <p:cNvSpPr txBox="1"/>
          <p:nvPr>
            <p:ph idx="2" type="subTitle"/>
          </p:nvPr>
        </p:nvSpPr>
        <p:spPr>
          <a:xfrm>
            <a:off x="512350" y="2517150"/>
            <a:ext cx="3273600" cy="741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32" name="Google Shape;232;p38"/>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ONE_COLUMN_TEXT_1_2_1_1">
    <p:bg>
      <p:bgPr>
        <a:solidFill>
          <a:srgbClr val="333B4E"/>
        </a:solidFill>
      </p:bgPr>
    </p:bg>
    <p:spTree>
      <p:nvGrpSpPr>
        <p:cNvPr id="233" name="Shape 233"/>
        <p:cNvGrpSpPr/>
        <p:nvPr/>
      </p:nvGrpSpPr>
      <p:grpSpPr>
        <a:xfrm>
          <a:off x="0" y="0"/>
          <a:ext cx="0" cy="0"/>
          <a:chOff x="0" y="0"/>
          <a:chExt cx="0" cy="0"/>
        </a:xfrm>
      </p:grpSpPr>
      <p:sp>
        <p:nvSpPr>
          <p:cNvPr id="234" name="Google Shape;23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9"/>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6" name="Google Shape;236;p39"/>
          <p:cNvSpPr txBox="1"/>
          <p:nvPr>
            <p:ph idx="1" type="body"/>
          </p:nvPr>
        </p:nvSpPr>
        <p:spPr>
          <a:xfrm>
            <a:off x="512350" y="3424750"/>
            <a:ext cx="3273600" cy="11241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37" name="Google Shape;237;p39"/>
          <p:cNvSpPr/>
          <p:nvPr/>
        </p:nvSpPr>
        <p:spPr>
          <a:xfrm>
            <a:off x="5726800" y="1884450"/>
            <a:ext cx="2716800" cy="27168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9"/>
          <p:cNvSpPr/>
          <p:nvPr/>
        </p:nvSpPr>
        <p:spPr>
          <a:xfrm>
            <a:off x="5974575" y="542250"/>
            <a:ext cx="2716800" cy="2716800"/>
          </a:xfrm>
          <a:prstGeom prst="rect">
            <a:avLst/>
          </a:prstGeom>
          <a:solidFill>
            <a:srgbClr val="EE39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9"/>
          <p:cNvSpPr txBox="1"/>
          <p:nvPr>
            <p:ph idx="2" type="subTitle"/>
          </p:nvPr>
        </p:nvSpPr>
        <p:spPr>
          <a:xfrm>
            <a:off x="512350" y="2517150"/>
            <a:ext cx="3273600" cy="741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40" name="Google Shape;240;p39"/>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ONE_COLUMN_TEXT_1_2_1_1_1">
    <p:bg>
      <p:bgPr>
        <a:solidFill>
          <a:srgbClr val="333B4E"/>
        </a:solidFill>
      </p:bgPr>
    </p:bg>
    <p:spTree>
      <p:nvGrpSpPr>
        <p:cNvPr id="241" name="Shape 241"/>
        <p:cNvGrpSpPr/>
        <p:nvPr/>
      </p:nvGrpSpPr>
      <p:grpSpPr>
        <a:xfrm>
          <a:off x="0" y="0"/>
          <a:ext cx="0" cy="0"/>
          <a:chOff x="0" y="0"/>
          <a:chExt cx="0" cy="0"/>
        </a:xfrm>
      </p:grpSpPr>
      <p:sp>
        <p:nvSpPr>
          <p:cNvPr id="242" name="Google Shape;24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40"/>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4" name="Google Shape;244;p40"/>
          <p:cNvSpPr txBox="1"/>
          <p:nvPr>
            <p:ph idx="1" type="body"/>
          </p:nvPr>
        </p:nvSpPr>
        <p:spPr>
          <a:xfrm>
            <a:off x="512350" y="3424750"/>
            <a:ext cx="3273600" cy="11241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45" name="Google Shape;245;p40"/>
          <p:cNvSpPr/>
          <p:nvPr/>
        </p:nvSpPr>
        <p:spPr>
          <a:xfrm>
            <a:off x="5726800" y="1884450"/>
            <a:ext cx="2716800" cy="27168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0"/>
          <p:cNvSpPr/>
          <p:nvPr/>
        </p:nvSpPr>
        <p:spPr>
          <a:xfrm>
            <a:off x="5974575" y="542250"/>
            <a:ext cx="2716800" cy="2716800"/>
          </a:xfrm>
          <a:prstGeom prst="rect">
            <a:avLst/>
          </a:prstGeom>
          <a:solidFill>
            <a:srgbClr val="EFC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0"/>
          <p:cNvSpPr txBox="1"/>
          <p:nvPr>
            <p:ph idx="2" type="subTitle"/>
          </p:nvPr>
        </p:nvSpPr>
        <p:spPr>
          <a:xfrm>
            <a:off x="512350" y="2517150"/>
            <a:ext cx="3273600" cy="741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2pPr>
            <a:lvl3pPr lvl="2"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3pPr>
            <a:lvl4pPr lvl="3"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4pPr>
            <a:lvl5pPr lvl="4"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5pPr>
            <a:lvl6pPr lvl="5"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6pPr>
            <a:lvl7pPr lvl="6"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7pPr>
            <a:lvl8pPr lvl="7"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8pPr>
            <a:lvl9pPr lvl="8" rtl="0">
              <a:lnSpc>
                <a:spcPct val="100000"/>
              </a:lnSpc>
              <a:spcBef>
                <a:spcPts val="0"/>
              </a:spcBef>
              <a:spcAft>
                <a:spcPts val="0"/>
              </a:spcAft>
              <a:buClr>
                <a:schemeClr val="lt1"/>
              </a:buClr>
              <a:buSzPts val="2000"/>
              <a:buFont typeface="Calibri"/>
              <a:buNone/>
              <a:defRPr sz="2000">
                <a:solidFill>
                  <a:schemeClr val="lt1"/>
                </a:solidFill>
                <a:latin typeface="Calibri"/>
                <a:ea typeface="Calibri"/>
                <a:cs typeface="Calibri"/>
                <a:sym typeface="Calibri"/>
              </a:defRPr>
            </a:lvl9pPr>
          </a:lstStyle>
          <a:p/>
        </p:txBody>
      </p:sp>
      <p:pic>
        <p:nvPicPr>
          <p:cNvPr id="248" name="Google Shape;248;p40"/>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bullets">
  <p:cSld name="ONE_COLUMN_TEXT_1_1">
    <p:bg>
      <p:bgPr>
        <a:solidFill>
          <a:srgbClr val="333B4E"/>
        </a:solidFill>
      </p:bgPr>
    </p:bg>
    <p:spTree>
      <p:nvGrpSpPr>
        <p:cNvPr id="249" name="Shape 249"/>
        <p:cNvGrpSpPr/>
        <p:nvPr/>
      </p:nvGrpSpPr>
      <p:grpSpPr>
        <a:xfrm>
          <a:off x="0" y="0"/>
          <a:ext cx="0" cy="0"/>
          <a:chOff x="0" y="0"/>
          <a:chExt cx="0" cy="0"/>
        </a:xfrm>
      </p:grpSpPr>
      <p:sp>
        <p:nvSpPr>
          <p:cNvPr id="250" name="Google Shape;25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41"/>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2" name="Google Shape;252;p41"/>
          <p:cNvSpPr txBox="1"/>
          <p:nvPr>
            <p:ph idx="1" type="body"/>
          </p:nvPr>
        </p:nvSpPr>
        <p:spPr>
          <a:xfrm>
            <a:off x="512350" y="2537900"/>
            <a:ext cx="2631900" cy="2010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Font typeface="Calibri"/>
              <a:buChar char="●"/>
              <a:defRPr sz="1600">
                <a:solidFill>
                  <a:schemeClr val="lt1"/>
                </a:solidFill>
                <a:latin typeface="Calibri"/>
                <a:ea typeface="Calibri"/>
                <a:cs typeface="Calibri"/>
                <a:sym typeface="Calibri"/>
              </a:defRPr>
            </a:lvl1pPr>
            <a:lvl2pPr indent="-317500" lvl="1" marL="914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indent="-317500" lvl="2" marL="1371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indent="-317500" lvl="3" marL="1828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indent="-317500" lvl="4" marL="22860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indent="-317500" lvl="5" marL="27432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indent="-317500" lvl="6" marL="32004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indent="-317500" lvl="7" marL="36576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indent="-317500" lvl="8" marL="41148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9pPr>
          </a:lstStyle>
          <a:p/>
        </p:txBody>
      </p:sp>
      <p:sp>
        <p:nvSpPr>
          <p:cNvPr id="253" name="Google Shape;253;p41"/>
          <p:cNvSpPr txBox="1"/>
          <p:nvPr>
            <p:ph idx="2" type="body"/>
          </p:nvPr>
        </p:nvSpPr>
        <p:spPr>
          <a:xfrm>
            <a:off x="4478925" y="955800"/>
            <a:ext cx="4122600" cy="3231900"/>
          </a:xfrm>
          <a:prstGeom prst="rect">
            <a:avLst/>
          </a:prstGeom>
        </p:spPr>
        <p:txBody>
          <a:bodyPr anchorCtr="0" anchor="ctr"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pic>
        <p:nvPicPr>
          <p:cNvPr id="254" name="Google Shape;254;p41"/>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ONE_COLUMN_TEXT_1_1_1">
    <p:bg>
      <p:bgPr>
        <a:solidFill>
          <a:srgbClr val="333B4E"/>
        </a:solidFill>
      </p:bgPr>
    </p:bg>
    <p:spTree>
      <p:nvGrpSpPr>
        <p:cNvPr id="255" name="Shape 255"/>
        <p:cNvGrpSpPr/>
        <p:nvPr/>
      </p:nvGrpSpPr>
      <p:grpSpPr>
        <a:xfrm>
          <a:off x="0" y="0"/>
          <a:ext cx="0" cy="0"/>
          <a:chOff x="0" y="0"/>
          <a:chExt cx="0" cy="0"/>
        </a:xfrm>
      </p:grpSpPr>
      <p:sp>
        <p:nvSpPr>
          <p:cNvPr id="256" name="Google Shape;256;p42"/>
          <p:cNvSpPr/>
          <p:nvPr/>
        </p:nvSpPr>
        <p:spPr>
          <a:xfrm>
            <a:off x="6570175" y="150"/>
            <a:ext cx="2573700" cy="51435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8" name="Google Shape;258;p42"/>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9" name="Google Shape;259;p42"/>
          <p:cNvSpPr txBox="1"/>
          <p:nvPr>
            <p:ph idx="1" type="body"/>
          </p:nvPr>
        </p:nvSpPr>
        <p:spPr>
          <a:xfrm>
            <a:off x="512350" y="2514575"/>
            <a:ext cx="4122600" cy="1633800"/>
          </a:xfrm>
          <a:prstGeom prst="rect">
            <a:avLst/>
          </a:prstGeom>
        </p:spPr>
        <p:txBody>
          <a:bodyPr anchorCtr="0" anchor="t"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pic>
        <p:nvPicPr>
          <p:cNvPr id="260" name="Google Shape;260;p42"/>
          <p:cNvPicPr preferRelativeResize="0"/>
          <p:nvPr/>
        </p:nvPicPr>
        <p:blipFill>
          <a:blip r:embed="rId2">
            <a:alphaModFix/>
          </a:blip>
          <a:stretch>
            <a:fillRect/>
          </a:stretch>
        </p:blipFill>
        <p:spPr>
          <a:xfrm>
            <a:off x="289125" y="4469588"/>
            <a:ext cx="676656" cy="356616"/>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ONE_COLUMN_TEXT_1_1_1_1">
    <p:bg>
      <p:bgPr>
        <a:solidFill>
          <a:srgbClr val="333B4E"/>
        </a:solidFill>
      </p:bgPr>
    </p:bg>
    <p:spTree>
      <p:nvGrpSpPr>
        <p:cNvPr id="261" name="Shape 261"/>
        <p:cNvGrpSpPr/>
        <p:nvPr/>
      </p:nvGrpSpPr>
      <p:grpSpPr>
        <a:xfrm>
          <a:off x="0" y="0"/>
          <a:ext cx="0" cy="0"/>
          <a:chOff x="0" y="0"/>
          <a:chExt cx="0" cy="0"/>
        </a:xfrm>
      </p:grpSpPr>
      <p:sp>
        <p:nvSpPr>
          <p:cNvPr id="262" name="Google Shape;262;p43"/>
          <p:cNvSpPr/>
          <p:nvPr/>
        </p:nvSpPr>
        <p:spPr>
          <a:xfrm>
            <a:off x="6570175" y="150"/>
            <a:ext cx="2573700" cy="51435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4" name="Google Shape;264;p43"/>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65" name="Google Shape;265;p43"/>
          <p:cNvPicPr preferRelativeResize="0"/>
          <p:nvPr/>
        </p:nvPicPr>
        <p:blipFill>
          <a:blip r:embed="rId2">
            <a:alphaModFix/>
          </a:blip>
          <a:stretch>
            <a:fillRect/>
          </a:stretch>
        </p:blipFill>
        <p:spPr>
          <a:xfrm>
            <a:off x="289125" y="4469588"/>
            <a:ext cx="676656" cy="356616"/>
          </a:xfrm>
          <a:prstGeom prst="rect">
            <a:avLst/>
          </a:prstGeom>
          <a:noFill/>
          <a:ln>
            <a:noFill/>
          </a:ln>
        </p:spPr>
      </p:pic>
      <p:sp>
        <p:nvSpPr>
          <p:cNvPr id="266" name="Google Shape;266;p43"/>
          <p:cNvSpPr txBox="1"/>
          <p:nvPr>
            <p:ph idx="1" type="body"/>
          </p:nvPr>
        </p:nvSpPr>
        <p:spPr>
          <a:xfrm>
            <a:off x="512350" y="2514575"/>
            <a:ext cx="4122600" cy="1633800"/>
          </a:xfrm>
          <a:prstGeom prst="rect">
            <a:avLst/>
          </a:prstGeom>
        </p:spPr>
        <p:txBody>
          <a:bodyPr anchorCtr="0" anchor="t"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ONE_COLUMN_TEXT_1_1_1_1_1">
    <p:bg>
      <p:bgPr>
        <a:solidFill>
          <a:srgbClr val="333B4E"/>
        </a:solidFill>
      </p:bgPr>
    </p:bg>
    <p:spTree>
      <p:nvGrpSpPr>
        <p:cNvPr id="267" name="Shape 267"/>
        <p:cNvGrpSpPr/>
        <p:nvPr/>
      </p:nvGrpSpPr>
      <p:grpSpPr>
        <a:xfrm>
          <a:off x="0" y="0"/>
          <a:ext cx="0" cy="0"/>
          <a:chOff x="0" y="0"/>
          <a:chExt cx="0" cy="0"/>
        </a:xfrm>
      </p:grpSpPr>
      <p:sp>
        <p:nvSpPr>
          <p:cNvPr id="268" name="Google Shape;268;p44"/>
          <p:cNvSpPr/>
          <p:nvPr/>
        </p:nvSpPr>
        <p:spPr>
          <a:xfrm>
            <a:off x="6570175" y="150"/>
            <a:ext cx="2573700" cy="5143500"/>
          </a:xfrm>
          <a:prstGeom prst="rect">
            <a:avLst/>
          </a:prstGeom>
          <a:solidFill>
            <a:srgbClr val="EFC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44"/>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71" name="Google Shape;271;p44"/>
          <p:cNvPicPr preferRelativeResize="0"/>
          <p:nvPr/>
        </p:nvPicPr>
        <p:blipFill>
          <a:blip r:embed="rId2">
            <a:alphaModFix/>
          </a:blip>
          <a:stretch>
            <a:fillRect/>
          </a:stretch>
        </p:blipFill>
        <p:spPr>
          <a:xfrm>
            <a:off x="289125" y="4469588"/>
            <a:ext cx="676656" cy="356616"/>
          </a:xfrm>
          <a:prstGeom prst="rect">
            <a:avLst/>
          </a:prstGeom>
          <a:noFill/>
          <a:ln>
            <a:noFill/>
          </a:ln>
        </p:spPr>
      </p:pic>
      <p:sp>
        <p:nvSpPr>
          <p:cNvPr id="272" name="Google Shape;272;p44"/>
          <p:cNvSpPr txBox="1"/>
          <p:nvPr>
            <p:ph idx="1" type="body"/>
          </p:nvPr>
        </p:nvSpPr>
        <p:spPr>
          <a:xfrm>
            <a:off x="512350" y="2514575"/>
            <a:ext cx="4122600" cy="1633800"/>
          </a:xfrm>
          <a:prstGeom prst="rect">
            <a:avLst/>
          </a:prstGeom>
        </p:spPr>
        <p:txBody>
          <a:bodyPr anchorCtr="0" anchor="t"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ONE_COLUMN_TEXT_1_1_1_1_1_1">
    <p:bg>
      <p:bgPr>
        <a:solidFill>
          <a:srgbClr val="333B4E"/>
        </a:solidFill>
      </p:bgPr>
    </p:bg>
    <p:spTree>
      <p:nvGrpSpPr>
        <p:cNvPr id="273" name="Shape 273"/>
        <p:cNvGrpSpPr/>
        <p:nvPr/>
      </p:nvGrpSpPr>
      <p:grpSpPr>
        <a:xfrm>
          <a:off x="0" y="0"/>
          <a:ext cx="0" cy="0"/>
          <a:chOff x="0" y="0"/>
          <a:chExt cx="0" cy="0"/>
        </a:xfrm>
      </p:grpSpPr>
      <p:sp>
        <p:nvSpPr>
          <p:cNvPr id="274" name="Google Shape;274;p45"/>
          <p:cNvSpPr/>
          <p:nvPr/>
        </p:nvSpPr>
        <p:spPr>
          <a:xfrm>
            <a:off x="6570175" y="150"/>
            <a:ext cx="2573700" cy="5143500"/>
          </a:xfrm>
          <a:prstGeom prst="rect">
            <a:avLst/>
          </a:prstGeom>
          <a:solidFill>
            <a:srgbClr val="EE39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6" name="Google Shape;276;p45"/>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77" name="Google Shape;277;p45"/>
          <p:cNvPicPr preferRelativeResize="0"/>
          <p:nvPr/>
        </p:nvPicPr>
        <p:blipFill>
          <a:blip r:embed="rId2">
            <a:alphaModFix/>
          </a:blip>
          <a:stretch>
            <a:fillRect/>
          </a:stretch>
        </p:blipFill>
        <p:spPr>
          <a:xfrm>
            <a:off x="289125" y="4469588"/>
            <a:ext cx="676656" cy="356616"/>
          </a:xfrm>
          <a:prstGeom prst="rect">
            <a:avLst/>
          </a:prstGeom>
          <a:noFill/>
          <a:ln>
            <a:noFill/>
          </a:ln>
        </p:spPr>
      </p:pic>
      <p:sp>
        <p:nvSpPr>
          <p:cNvPr id="278" name="Google Shape;278;p45"/>
          <p:cNvSpPr txBox="1"/>
          <p:nvPr>
            <p:ph idx="1" type="body"/>
          </p:nvPr>
        </p:nvSpPr>
        <p:spPr>
          <a:xfrm>
            <a:off x="512350" y="2514575"/>
            <a:ext cx="4122600" cy="1633800"/>
          </a:xfrm>
          <a:prstGeom prst="rect">
            <a:avLst/>
          </a:prstGeom>
        </p:spPr>
        <p:txBody>
          <a:bodyPr anchorCtr="0" anchor="t"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ONE_COLUMN_TEXT_1_1_1_1_1_1_1">
    <p:bg>
      <p:bgPr>
        <a:solidFill>
          <a:srgbClr val="333B4E"/>
        </a:solidFill>
      </p:bgPr>
    </p:bg>
    <p:spTree>
      <p:nvGrpSpPr>
        <p:cNvPr id="279" name="Shape 279"/>
        <p:cNvGrpSpPr/>
        <p:nvPr/>
      </p:nvGrpSpPr>
      <p:grpSpPr>
        <a:xfrm>
          <a:off x="0" y="0"/>
          <a:ext cx="0" cy="0"/>
          <a:chOff x="0" y="0"/>
          <a:chExt cx="0" cy="0"/>
        </a:xfrm>
      </p:grpSpPr>
      <p:sp>
        <p:nvSpPr>
          <p:cNvPr id="280" name="Google Shape;280;p46"/>
          <p:cNvSpPr/>
          <p:nvPr/>
        </p:nvSpPr>
        <p:spPr>
          <a:xfrm>
            <a:off x="6570175" y="150"/>
            <a:ext cx="2573700" cy="51435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46"/>
          <p:cNvSpPr txBox="1"/>
          <p:nvPr>
            <p:ph type="title"/>
          </p:nvPr>
        </p:nvSpPr>
        <p:spPr>
          <a:xfrm>
            <a:off x="512350" y="345925"/>
            <a:ext cx="3830400" cy="7419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EFC31A"/>
              </a:buClr>
              <a:buSzPts val="4000"/>
              <a:buFont typeface="Constantia"/>
              <a:buNone/>
              <a:defRPr b="1" sz="4000">
                <a:solidFill>
                  <a:srgbClr val="EFC31A"/>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3" name="Google Shape;283;p46"/>
          <p:cNvPicPr preferRelativeResize="0"/>
          <p:nvPr/>
        </p:nvPicPr>
        <p:blipFill>
          <a:blip r:embed="rId2">
            <a:alphaModFix/>
          </a:blip>
          <a:stretch>
            <a:fillRect/>
          </a:stretch>
        </p:blipFill>
        <p:spPr>
          <a:xfrm>
            <a:off x="289125" y="4469588"/>
            <a:ext cx="676656" cy="356616"/>
          </a:xfrm>
          <a:prstGeom prst="rect">
            <a:avLst/>
          </a:prstGeom>
          <a:noFill/>
          <a:ln>
            <a:noFill/>
          </a:ln>
        </p:spPr>
      </p:pic>
      <p:sp>
        <p:nvSpPr>
          <p:cNvPr id="284" name="Google Shape;284;p46"/>
          <p:cNvSpPr txBox="1"/>
          <p:nvPr>
            <p:ph idx="1" type="body"/>
          </p:nvPr>
        </p:nvSpPr>
        <p:spPr>
          <a:xfrm>
            <a:off x="512350" y="2514575"/>
            <a:ext cx="4122600" cy="1633800"/>
          </a:xfrm>
          <a:prstGeom prst="rect">
            <a:avLst/>
          </a:prstGeom>
        </p:spPr>
        <p:txBody>
          <a:bodyPr anchorCtr="0" anchor="t" bIns="91425" lIns="91425" spcFirstLastPara="1" rIns="91425" wrap="square" tIns="91425">
            <a:normAutofit/>
          </a:bodyPr>
          <a:lstStyle>
            <a:lvl1pPr indent="-355600" lvl="0" marL="457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1pPr>
            <a:lvl2pPr indent="-355600" lvl="1" marL="914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2pPr>
            <a:lvl3pPr indent="-355600" lvl="2" marL="1371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3pPr>
            <a:lvl4pPr indent="-355600" lvl="3" marL="1828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4pPr>
            <a:lvl5pPr indent="-355600" lvl="4" marL="22860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5pPr>
            <a:lvl6pPr indent="-355600" lvl="5" marL="27432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6pPr>
            <a:lvl7pPr indent="-355600" lvl="6" marL="32004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7pPr>
            <a:lvl8pPr indent="-355600" lvl="7" marL="36576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8pPr>
            <a:lvl9pPr indent="-355600" lvl="8" marL="4114800" rtl="0">
              <a:spcBef>
                <a:spcPts val="0"/>
              </a:spcBef>
              <a:spcAft>
                <a:spcPts val="0"/>
              </a:spcAft>
              <a:buClr>
                <a:srgbClr val="27AAE2"/>
              </a:buClr>
              <a:buSzPts val="2000"/>
              <a:buFont typeface="Calibri"/>
              <a:buChar char="❏"/>
              <a:defRPr sz="2000">
                <a:solidFill>
                  <a:schemeClr val="lt1"/>
                </a:solidFill>
                <a:latin typeface="Calibri"/>
                <a:ea typeface="Calibri"/>
                <a:cs typeface="Calibri"/>
                <a:sym typeface="Calibri"/>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pread Text">
  <p:cSld name="Full Spread Text">
    <p:bg>
      <p:bgPr>
        <a:blipFill>
          <a:blip r:embed="rId2">
            <a:alphaModFix/>
          </a:blip>
          <a:stretch>
            <a:fillRect/>
          </a:stretch>
        </a:blipFill>
      </p:bgPr>
    </p:bg>
    <p:spTree>
      <p:nvGrpSpPr>
        <p:cNvPr id="285" name="Shape 285"/>
        <p:cNvGrpSpPr/>
        <p:nvPr/>
      </p:nvGrpSpPr>
      <p:grpSpPr>
        <a:xfrm>
          <a:off x="0" y="0"/>
          <a:ext cx="0" cy="0"/>
          <a:chOff x="0" y="0"/>
          <a:chExt cx="0" cy="0"/>
        </a:xfrm>
      </p:grpSpPr>
      <p:pic>
        <p:nvPicPr>
          <p:cNvPr id="286" name="Google Shape;286;p47"/>
          <p:cNvPicPr preferRelativeResize="0"/>
          <p:nvPr/>
        </p:nvPicPr>
        <p:blipFill rotWithShape="1">
          <a:blip r:embed="rId3">
            <a:alphaModFix/>
          </a:blip>
          <a:srcRect b="0" l="0" r="0" t="0"/>
          <a:stretch/>
        </p:blipFill>
        <p:spPr>
          <a:xfrm>
            <a:off x="0" y="0"/>
            <a:ext cx="9143999" cy="5143503"/>
          </a:xfrm>
          <a:prstGeom prst="rect">
            <a:avLst/>
          </a:prstGeom>
          <a:noFill/>
          <a:ln>
            <a:noFill/>
          </a:ln>
        </p:spPr>
      </p:pic>
      <p:sp>
        <p:nvSpPr>
          <p:cNvPr id="287" name="Google Shape;287;p47"/>
          <p:cNvSpPr txBox="1"/>
          <p:nvPr>
            <p:ph type="title"/>
          </p:nvPr>
        </p:nvSpPr>
        <p:spPr>
          <a:xfrm>
            <a:off x="628650" y="235239"/>
            <a:ext cx="7886700" cy="6108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rgbClr val="333B4E"/>
              </a:buClr>
              <a:buSzPts val="2700"/>
              <a:buFont typeface="Constantia"/>
              <a:buNone/>
              <a:defRPr b="1" i="0" sz="2700">
                <a:solidFill>
                  <a:srgbClr val="333B4E"/>
                </a:solidFill>
                <a:latin typeface="Constantia"/>
                <a:ea typeface="Constantia"/>
                <a:cs typeface="Constantia"/>
                <a:sym typeface="Constant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8" name="Google Shape;288;p47"/>
          <p:cNvSpPr txBox="1"/>
          <p:nvPr>
            <p:ph idx="1" type="body"/>
          </p:nvPr>
        </p:nvSpPr>
        <p:spPr>
          <a:xfrm>
            <a:off x="628650" y="949569"/>
            <a:ext cx="7886700" cy="3958800"/>
          </a:xfrm>
          <a:prstGeom prst="rect">
            <a:avLst/>
          </a:prstGeom>
          <a:noFill/>
          <a:ln>
            <a:noFill/>
          </a:ln>
        </p:spPr>
        <p:txBody>
          <a:bodyPr anchorCtr="0" anchor="t" bIns="34275" lIns="68575" spcFirstLastPara="1" rIns="68575" wrap="square" tIns="34275">
            <a:normAutofit/>
          </a:bodyPr>
          <a:lstStyle>
            <a:lvl1pPr indent="-323850" lvl="0" marL="457200" rtl="0" algn="l">
              <a:lnSpc>
                <a:spcPct val="90000"/>
              </a:lnSpc>
              <a:spcBef>
                <a:spcPts val="800"/>
              </a:spcBef>
              <a:spcAft>
                <a:spcPts val="0"/>
              </a:spcAft>
              <a:buClr>
                <a:srgbClr val="ED3868"/>
              </a:buClr>
              <a:buSzPts val="1500"/>
              <a:buChar char="●"/>
              <a:defRPr b="0" i="0" sz="1500">
                <a:solidFill>
                  <a:srgbClr val="333B4E"/>
                </a:solidFill>
                <a:latin typeface="Calibri"/>
                <a:ea typeface="Calibri"/>
                <a:cs typeface="Calibri"/>
                <a:sym typeface="Calibri"/>
              </a:defRPr>
            </a:lvl1pPr>
            <a:lvl2pPr indent="-323850" lvl="1" marL="914400" rtl="0" algn="l">
              <a:lnSpc>
                <a:spcPct val="90000"/>
              </a:lnSpc>
              <a:spcBef>
                <a:spcPts val="1200"/>
              </a:spcBef>
              <a:spcAft>
                <a:spcPts val="0"/>
              </a:spcAft>
              <a:buClr>
                <a:srgbClr val="ED3868"/>
              </a:buClr>
              <a:buSzPts val="1500"/>
              <a:buChar char="○"/>
              <a:defRPr b="0" i="0" sz="1500">
                <a:solidFill>
                  <a:srgbClr val="26AE5E"/>
                </a:solidFill>
                <a:latin typeface="Calibri"/>
                <a:ea typeface="Calibri"/>
                <a:cs typeface="Calibri"/>
                <a:sym typeface="Calibri"/>
              </a:defRPr>
            </a:lvl2pPr>
            <a:lvl3pPr indent="-317500" lvl="2" marL="1371600" rtl="0" algn="l">
              <a:lnSpc>
                <a:spcPct val="90000"/>
              </a:lnSpc>
              <a:spcBef>
                <a:spcPts val="1200"/>
              </a:spcBef>
              <a:spcAft>
                <a:spcPts val="0"/>
              </a:spcAft>
              <a:buClr>
                <a:srgbClr val="333B4E"/>
              </a:buClr>
              <a:buSzPts val="1400"/>
              <a:buChar char="■"/>
              <a:defRPr b="0" i="0" sz="1400">
                <a:solidFill>
                  <a:srgbClr val="333B4E"/>
                </a:solidFill>
                <a:latin typeface="Avenir"/>
                <a:ea typeface="Avenir"/>
                <a:cs typeface="Avenir"/>
                <a:sym typeface="Avenir"/>
              </a:defRPr>
            </a:lvl3pPr>
            <a:lvl4pPr indent="-317500" lvl="3" marL="1828800" rtl="0" algn="l">
              <a:lnSpc>
                <a:spcPct val="90000"/>
              </a:lnSpc>
              <a:spcBef>
                <a:spcPts val="1200"/>
              </a:spcBef>
              <a:spcAft>
                <a:spcPts val="0"/>
              </a:spcAft>
              <a:buClr>
                <a:srgbClr val="333B4E"/>
              </a:buClr>
              <a:buSzPts val="1400"/>
              <a:buChar char="●"/>
              <a:defRPr b="0" i="0" sz="1400">
                <a:solidFill>
                  <a:srgbClr val="333B4E"/>
                </a:solidFill>
                <a:latin typeface="Avenir"/>
                <a:ea typeface="Avenir"/>
                <a:cs typeface="Avenir"/>
                <a:sym typeface="Avenir"/>
              </a:defRPr>
            </a:lvl4pPr>
            <a:lvl5pPr indent="-317500" lvl="4" marL="2286000" rtl="0" algn="l">
              <a:lnSpc>
                <a:spcPct val="90000"/>
              </a:lnSpc>
              <a:spcBef>
                <a:spcPts val="1200"/>
              </a:spcBef>
              <a:spcAft>
                <a:spcPts val="0"/>
              </a:spcAft>
              <a:buClr>
                <a:srgbClr val="333B4E"/>
              </a:buClr>
              <a:buSzPts val="1400"/>
              <a:buChar char="○"/>
              <a:defRPr b="0" i="0" sz="1400">
                <a:solidFill>
                  <a:srgbClr val="333B4E"/>
                </a:solidFill>
                <a:latin typeface="Avenir"/>
                <a:ea typeface="Avenir"/>
                <a:cs typeface="Avenir"/>
                <a:sym typeface="Avenir"/>
              </a:defRPr>
            </a:lvl5pPr>
            <a:lvl6pPr indent="-317500" lvl="5" marL="2743200" rtl="0" algn="l">
              <a:lnSpc>
                <a:spcPct val="90000"/>
              </a:lnSpc>
              <a:spcBef>
                <a:spcPts val="1200"/>
              </a:spcBef>
              <a:spcAft>
                <a:spcPts val="0"/>
              </a:spcAft>
              <a:buClr>
                <a:schemeClr val="lt1"/>
              </a:buClr>
              <a:buSzPts val="1400"/>
              <a:buChar char="■"/>
              <a:defRPr/>
            </a:lvl6pPr>
            <a:lvl7pPr indent="-317500" lvl="6" marL="3200400" rtl="0" algn="l">
              <a:lnSpc>
                <a:spcPct val="90000"/>
              </a:lnSpc>
              <a:spcBef>
                <a:spcPts val="1200"/>
              </a:spcBef>
              <a:spcAft>
                <a:spcPts val="0"/>
              </a:spcAft>
              <a:buClr>
                <a:schemeClr val="lt1"/>
              </a:buClr>
              <a:buSzPts val="1400"/>
              <a:buChar char="●"/>
              <a:defRPr/>
            </a:lvl7pPr>
            <a:lvl8pPr indent="-317500" lvl="7" marL="3657600" rtl="0" algn="l">
              <a:lnSpc>
                <a:spcPct val="90000"/>
              </a:lnSpc>
              <a:spcBef>
                <a:spcPts val="1200"/>
              </a:spcBef>
              <a:spcAft>
                <a:spcPts val="0"/>
              </a:spcAft>
              <a:buClr>
                <a:schemeClr val="lt1"/>
              </a:buClr>
              <a:buSzPts val="1400"/>
              <a:buChar char="○"/>
              <a:defRPr/>
            </a:lvl8pPr>
            <a:lvl9pPr indent="-317500" lvl="8" marL="4114800" rtl="0" algn="l">
              <a:lnSpc>
                <a:spcPct val="90000"/>
              </a:lnSpc>
              <a:spcBef>
                <a:spcPts val="1200"/>
              </a:spcBef>
              <a:spcAft>
                <a:spcPts val="1200"/>
              </a:spcAft>
              <a:buClr>
                <a:schemeClr val="lt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rgbClr val="F0EFEF"/>
                </a:solidFill>
                <a:latin typeface="Calibri"/>
                <a:ea typeface="Calibri"/>
                <a:cs typeface="Calibri"/>
                <a:sym typeface="Calibri"/>
              </a:defRPr>
            </a:lvl1pPr>
            <a:lvl2pPr lvl="1" algn="r">
              <a:buNone/>
              <a:defRPr sz="1000">
                <a:solidFill>
                  <a:srgbClr val="F0EFEF"/>
                </a:solidFill>
                <a:latin typeface="Calibri"/>
                <a:ea typeface="Calibri"/>
                <a:cs typeface="Calibri"/>
                <a:sym typeface="Calibri"/>
              </a:defRPr>
            </a:lvl2pPr>
            <a:lvl3pPr lvl="2" algn="r">
              <a:buNone/>
              <a:defRPr sz="1000">
                <a:solidFill>
                  <a:srgbClr val="F0EFEF"/>
                </a:solidFill>
                <a:latin typeface="Calibri"/>
                <a:ea typeface="Calibri"/>
                <a:cs typeface="Calibri"/>
                <a:sym typeface="Calibri"/>
              </a:defRPr>
            </a:lvl3pPr>
            <a:lvl4pPr lvl="3" algn="r">
              <a:buNone/>
              <a:defRPr sz="1000">
                <a:solidFill>
                  <a:srgbClr val="F0EFEF"/>
                </a:solidFill>
                <a:latin typeface="Calibri"/>
                <a:ea typeface="Calibri"/>
                <a:cs typeface="Calibri"/>
                <a:sym typeface="Calibri"/>
              </a:defRPr>
            </a:lvl4pPr>
            <a:lvl5pPr lvl="4" algn="r">
              <a:buNone/>
              <a:defRPr sz="1000">
                <a:solidFill>
                  <a:srgbClr val="F0EFEF"/>
                </a:solidFill>
                <a:latin typeface="Calibri"/>
                <a:ea typeface="Calibri"/>
                <a:cs typeface="Calibri"/>
                <a:sym typeface="Calibri"/>
              </a:defRPr>
            </a:lvl5pPr>
            <a:lvl6pPr lvl="5" algn="r">
              <a:buNone/>
              <a:defRPr sz="1000">
                <a:solidFill>
                  <a:srgbClr val="F0EFEF"/>
                </a:solidFill>
                <a:latin typeface="Calibri"/>
                <a:ea typeface="Calibri"/>
                <a:cs typeface="Calibri"/>
                <a:sym typeface="Calibri"/>
              </a:defRPr>
            </a:lvl6pPr>
            <a:lvl7pPr lvl="6" algn="r">
              <a:buNone/>
              <a:defRPr sz="1000">
                <a:solidFill>
                  <a:srgbClr val="F0EFEF"/>
                </a:solidFill>
                <a:latin typeface="Calibri"/>
                <a:ea typeface="Calibri"/>
                <a:cs typeface="Calibri"/>
                <a:sym typeface="Calibri"/>
              </a:defRPr>
            </a:lvl7pPr>
            <a:lvl8pPr lvl="7" algn="r">
              <a:buNone/>
              <a:defRPr sz="1000">
                <a:solidFill>
                  <a:srgbClr val="F0EFEF"/>
                </a:solidFill>
                <a:latin typeface="Calibri"/>
                <a:ea typeface="Calibri"/>
                <a:cs typeface="Calibri"/>
                <a:sym typeface="Calibri"/>
              </a:defRPr>
            </a:lvl8pPr>
            <a:lvl9pPr lvl="8" algn="r">
              <a:buNone/>
              <a:defRPr sz="1000">
                <a:solidFill>
                  <a:srgbClr val="F0EFE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 Id="rId3" Type="http://schemas.openxmlformats.org/officeDocument/2006/relationships/hyperlink" Target="http://www.youtube.com/watch?v=cXbYjaEsQWg" TargetMode="External"/><Relationship Id="rId4" Type="http://schemas.openxmlformats.org/officeDocument/2006/relationships/image" Target="../media/image23.jpg"/><Relationship Id="rId5" Type="http://schemas.openxmlformats.org/officeDocument/2006/relationships/hyperlink" Target="http://www.youtube.com/watch?v=jDuygY5j0P4" TargetMode="External"/><Relationship Id="rId6"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docs.google.com/presentation/d/1YQeK00e-vZRiZlqXkpUfII5l5yb-zV3rQbnxzgD2nlk/copy" TargetMode="External"/><Relationship Id="rId4" Type="http://schemas.openxmlformats.org/officeDocument/2006/relationships/hyperlink" Target="https://docs.google.com/presentation/d/1bweWXXgygBBg09ZgAp7yl8IvbqUDnzLefDEGeV3Ikrg/cop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8"/>
          <p:cNvSpPr txBox="1"/>
          <p:nvPr/>
        </p:nvSpPr>
        <p:spPr>
          <a:xfrm>
            <a:off x="512250" y="1883250"/>
            <a:ext cx="7960200" cy="1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chemeClr val="lt1"/>
                </a:solidFill>
                <a:latin typeface="Constantia"/>
                <a:ea typeface="Constantia"/>
                <a:cs typeface="Constantia"/>
                <a:sym typeface="Constantia"/>
              </a:rPr>
              <a:t>Say–Mean–Matter</a:t>
            </a:r>
            <a:endParaRPr b="1" sz="4000">
              <a:solidFill>
                <a:srgbClr val="FFFFFF"/>
              </a:solidFill>
              <a:latin typeface="Constantia"/>
              <a:ea typeface="Constantia"/>
              <a:cs typeface="Constantia"/>
              <a:sym typeface="Constantia"/>
            </a:endParaRPr>
          </a:p>
          <a:p>
            <a:pPr indent="0" lvl="0" marL="0" rtl="0" algn="l">
              <a:lnSpc>
                <a:spcPct val="115000"/>
              </a:lnSpc>
              <a:spcBef>
                <a:spcPts val="1000"/>
              </a:spcBef>
              <a:spcAft>
                <a:spcPts val="0"/>
              </a:spcAft>
              <a:buNone/>
            </a:pPr>
            <a:r>
              <a:rPr lang="en" sz="2400">
                <a:solidFill>
                  <a:srgbClr val="FFFFFF"/>
                </a:solidFill>
                <a:latin typeface="Calibri"/>
                <a:ea typeface="Calibri"/>
                <a:cs typeface="Calibri"/>
                <a:sym typeface="Calibri"/>
              </a:rPr>
              <a:t>Literacy Routines</a:t>
            </a:r>
            <a:endParaRPr sz="2400">
              <a:solidFill>
                <a:srgbClr val="FFFFFF"/>
              </a:solidFill>
              <a:latin typeface="Calibri"/>
              <a:ea typeface="Calibri"/>
              <a:cs typeface="Calibri"/>
              <a:sym typeface="Calibri"/>
            </a:endParaRPr>
          </a:p>
          <a:p>
            <a:pPr indent="0" lvl="0" marL="0" rtl="0" algn="l">
              <a:spcBef>
                <a:spcPts val="800"/>
              </a:spcBef>
              <a:spcAft>
                <a:spcPts val="0"/>
              </a:spcAft>
              <a:buNone/>
            </a:pPr>
            <a:r>
              <a:t/>
            </a:r>
            <a:endParaRPr b="1" sz="4000">
              <a:solidFill>
                <a:srgbClr val="FFFFFF"/>
              </a:solidFill>
              <a:latin typeface="Constantia"/>
              <a:ea typeface="Constantia"/>
              <a:cs typeface="Constantia"/>
              <a:sym typeface="Constantia"/>
            </a:endParaRPr>
          </a:p>
          <a:p>
            <a:pPr indent="0" lvl="0" marL="0" rtl="0" algn="l">
              <a:spcBef>
                <a:spcPts val="0"/>
              </a:spcBef>
              <a:spcAft>
                <a:spcPts val="0"/>
              </a:spcAft>
              <a:buNone/>
            </a:pPr>
            <a:r>
              <a:t/>
            </a:r>
            <a:endParaRPr b="1" sz="4000">
              <a:solidFill>
                <a:srgbClr val="FFFFFF"/>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9"/>
          <p:cNvSpPr txBox="1"/>
          <p:nvPr>
            <p:ph idx="1" type="body"/>
          </p:nvPr>
        </p:nvSpPr>
        <p:spPr>
          <a:xfrm>
            <a:off x="742425" y="2218725"/>
            <a:ext cx="2646900" cy="1405800"/>
          </a:xfrm>
          <a:prstGeom prst="rect">
            <a:avLst/>
          </a:prstGeom>
        </p:spPr>
        <p:txBody>
          <a:bodyPr anchorCtr="0" anchor="ctr" bIns="91425" lIns="91425" spcFirstLastPara="1" rIns="91425" wrap="square" tIns="91425">
            <a:noAutofit/>
          </a:bodyPr>
          <a:lstStyle/>
          <a:p>
            <a:pPr indent="0" lvl="0" marL="0" rtl="0" algn="l">
              <a:lnSpc>
                <a:spcPct val="95000"/>
              </a:lnSpc>
              <a:spcBef>
                <a:spcPts val="0"/>
              </a:spcBef>
              <a:spcAft>
                <a:spcPts val="0"/>
              </a:spcAft>
              <a:buSzPts val="1018"/>
              <a:buNone/>
            </a:pPr>
            <a:r>
              <a:rPr b="1" lang="en" sz="1500"/>
              <a:t>Consider this quote.</a:t>
            </a:r>
            <a:endParaRPr b="1" sz="1500"/>
          </a:p>
          <a:p>
            <a:pPr indent="0" lvl="0" marL="0" rtl="0" algn="l">
              <a:lnSpc>
                <a:spcPct val="95000"/>
              </a:lnSpc>
              <a:spcBef>
                <a:spcPts val="1200"/>
              </a:spcBef>
              <a:spcAft>
                <a:spcPts val="0"/>
              </a:spcAft>
              <a:buSzPts val="1018"/>
              <a:buNone/>
            </a:pPr>
            <a:r>
              <a:rPr lang="en" sz="1500"/>
              <a:t>We know what Babe Ruth said.</a:t>
            </a:r>
            <a:endParaRPr sz="1500"/>
          </a:p>
          <a:p>
            <a:pPr indent="0" lvl="0" marL="0" rtl="0" algn="l">
              <a:lnSpc>
                <a:spcPct val="95000"/>
              </a:lnSpc>
              <a:spcBef>
                <a:spcPts val="1200"/>
              </a:spcBef>
              <a:spcAft>
                <a:spcPts val="0"/>
              </a:spcAft>
              <a:buSzPts val="1018"/>
              <a:buNone/>
            </a:pPr>
            <a:r>
              <a:rPr lang="en" sz="1500"/>
              <a:t>What do his words </a:t>
            </a:r>
            <a:r>
              <a:rPr b="1" lang="en" sz="1500"/>
              <a:t>mean</a:t>
            </a:r>
            <a:r>
              <a:rPr lang="en" sz="1500"/>
              <a:t>? </a:t>
            </a:r>
            <a:endParaRPr sz="1500"/>
          </a:p>
          <a:p>
            <a:pPr indent="0" lvl="0" marL="0" rtl="0" algn="l">
              <a:lnSpc>
                <a:spcPct val="95000"/>
              </a:lnSpc>
              <a:spcBef>
                <a:spcPts val="1200"/>
              </a:spcBef>
              <a:spcAft>
                <a:spcPts val="1200"/>
              </a:spcAft>
              <a:buSzPts val="1018"/>
              <a:buNone/>
            </a:pPr>
            <a:r>
              <a:rPr lang="en" sz="1500"/>
              <a:t>Why does this quote </a:t>
            </a:r>
            <a:r>
              <a:rPr b="1" lang="en" sz="1500"/>
              <a:t>matter</a:t>
            </a:r>
            <a:r>
              <a:rPr lang="en" sz="1500"/>
              <a:t>?</a:t>
            </a:r>
            <a:endParaRPr sz="1500"/>
          </a:p>
        </p:txBody>
      </p:sp>
      <p:sp>
        <p:nvSpPr>
          <p:cNvPr id="301" name="Google Shape;301;p49"/>
          <p:cNvSpPr txBox="1"/>
          <p:nvPr>
            <p:ph idx="4294967295" type="title"/>
          </p:nvPr>
        </p:nvSpPr>
        <p:spPr>
          <a:xfrm>
            <a:off x="665275" y="782400"/>
            <a:ext cx="2821200" cy="12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400">
                <a:solidFill>
                  <a:srgbClr val="EFC31A"/>
                </a:solidFill>
                <a:latin typeface="Constantia"/>
                <a:ea typeface="Constantia"/>
                <a:cs typeface="Constantia"/>
                <a:sym typeface="Constantia"/>
              </a:rPr>
              <a:t>Say–Mean–Matter with famous quotations </a:t>
            </a:r>
            <a:endParaRPr b="1" sz="2400">
              <a:solidFill>
                <a:srgbClr val="EFC31A"/>
              </a:solidFill>
              <a:latin typeface="Constantia"/>
              <a:ea typeface="Constantia"/>
              <a:cs typeface="Constantia"/>
              <a:sym typeface="Constantia"/>
            </a:endParaRPr>
          </a:p>
        </p:txBody>
      </p:sp>
      <p:sp>
        <p:nvSpPr>
          <p:cNvPr id="302" name="Google Shape;302;p49"/>
          <p:cNvSpPr/>
          <p:nvPr/>
        </p:nvSpPr>
        <p:spPr>
          <a:xfrm>
            <a:off x="3841575" y="1124250"/>
            <a:ext cx="4743600" cy="25668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9"/>
          <p:cNvSpPr txBox="1"/>
          <p:nvPr>
            <p:ph idx="4294967295" type="body"/>
          </p:nvPr>
        </p:nvSpPr>
        <p:spPr>
          <a:xfrm>
            <a:off x="3869625" y="1276650"/>
            <a:ext cx="4992300" cy="24183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018"/>
              <a:buNone/>
            </a:pPr>
            <a:r>
              <a:rPr b="1" lang="en" sz="3200">
                <a:solidFill>
                  <a:schemeClr val="lt1"/>
                </a:solidFill>
                <a:latin typeface="Constantia"/>
                <a:ea typeface="Constantia"/>
                <a:cs typeface="Constantia"/>
                <a:sym typeface="Constantia"/>
              </a:rPr>
              <a:t>“</a:t>
            </a:r>
            <a:r>
              <a:rPr b="1" lang="en" sz="3200">
                <a:solidFill>
                  <a:schemeClr val="lt1"/>
                </a:solidFill>
                <a:latin typeface="Constantia"/>
                <a:ea typeface="Constantia"/>
                <a:cs typeface="Constantia"/>
                <a:sym typeface="Constantia"/>
              </a:rPr>
              <a:t>Never let the fear of striking out keep you from playing the game.”</a:t>
            </a:r>
            <a:r>
              <a:rPr b="1" lang="en" sz="2900">
                <a:solidFill>
                  <a:schemeClr val="lt1"/>
                </a:solidFill>
                <a:latin typeface="Constantia"/>
                <a:ea typeface="Constantia"/>
                <a:cs typeface="Constantia"/>
                <a:sym typeface="Constantia"/>
              </a:rPr>
              <a:t>  </a:t>
            </a:r>
            <a:endParaRPr b="1" sz="2900">
              <a:solidFill>
                <a:schemeClr val="lt1"/>
              </a:solidFill>
              <a:latin typeface="Constantia"/>
              <a:ea typeface="Constantia"/>
              <a:cs typeface="Constantia"/>
              <a:sym typeface="Constantia"/>
            </a:endParaRPr>
          </a:p>
          <a:p>
            <a:pPr indent="0" lvl="0" marL="0" rtl="0" algn="l">
              <a:lnSpc>
                <a:spcPct val="105000"/>
              </a:lnSpc>
              <a:spcBef>
                <a:spcPts val="1200"/>
              </a:spcBef>
              <a:spcAft>
                <a:spcPts val="1200"/>
              </a:spcAft>
              <a:buSzPts val="1018"/>
              <a:buNone/>
            </a:pPr>
            <a:r>
              <a:rPr i="1" lang="en" sz="1600">
                <a:solidFill>
                  <a:schemeClr val="lt1"/>
                </a:solidFill>
                <a:latin typeface="Calibri"/>
                <a:ea typeface="Calibri"/>
                <a:cs typeface="Calibri"/>
                <a:sym typeface="Calibri"/>
              </a:rPr>
              <a:t>Professional</a:t>
            </a:r>
            <a:r>
              <a:rPr i="1" lang="en" sz="1600">
                <a:solidFill>
                  <a:schemeClr val="lt1"/>
                </a:solidFill>
                <a:latin typeface="Calibri"/>
                <a:ea typeface="Calibri"/>
                <a:cs typeface="Calibri"/>
                <a:sym typeface="Calibri"/>
              </a:rPr>
              <a:t> baseball player Babe Ruth, </a:t>
            </a:r>
            <a:br>
              <a:rPr i="1" lang="en" sz="1600">
                <a:solidFill>
                  <a:schemeClr val="lt1"/>
                </a:solidFill>
                <a:latin typeface="Calibri"/>
                <a:ea typeface="Calibri"/>
                <a:cs typeface="Calibri"/>
                <a:sym typeface="Calibri"/>
              </a:rPr>
            </a:br>
            <a:r>
              <a:rPr i="1" lang="en" sz="1600">
                <a:solidFill>
                  <a:schemeClr val="lt1"/>
                </a:solidFill>
                <a:latin typeface="Calibri"/>
                <a:ea typeface="Calibri"/>
                <a:cs typeface="Calibri"/>
                <a:sym typeface="Calibri"/>
              </a:rPr>
              <a:t>who held the homerun record for 34 years</a:t>
            </a:r>
            <a:endParaRPr i="1" sz="16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50"/>
          <p:cNvSpPr txBox="1"/>
          <p:nvPr>
            <p:ph type="title"/>
          </p:nvPr>
        </p:nvSpPr>
        <p:spPr>
          <a:xfrm>
            <a:off x="512350" y="580096"/>
            <a:ext cx="3536700" cy="116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Color-Coded Example</a:t>
            </a:r>
            <a:endParaRPr sz="3300"/>
          </a:p>
        </p:txBody>
      </p:sp>
      <p:sp>
        <p:nvSpPr>
          <p:cNvPr id="310" name="Google Shape;310;p50"/>
          <p:cNvSpPr txBox="1"/>
          <p:nvPr>
            <p:ph idx="1" type="body"/>
          </p:nvPr>
        </p:nvSpPr>
        <p:spPr>
          <a:xfrm>
            <a:off x="3521400" y="1336850"/>
            <a:ext cx="5251200" cy="266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941"/>
              <a:buNone/>
            </a:pPr>
            <a:r>
              <a:rPr b="1" lang="en" sz="1800">
                <a:highlight>
                  <a:srgbClr val="27AAE2"/>
                </a:highlight>
              </a:rPr>
              <a:t>Famous baseball player Babe Ruth states,</a:t>
            </a:r>
            <a:r>
              <a:rPr lang="en" sz="1800">
                <a:highlight>
                  <a:srgbClr val="27AAE2"/>
                </a:highlight>
              </a:rPr>
              <a:t> “Never let the fear of striking out keep you from playing the game.” </a:t>
            </a:r>
            <a:r>
              <a:rPr lang="en" sz="1800"/>
              <a:t> </a:t>
            </a:r>
            <a:r>
              <a:rPr b="1" lang="en" sz="1800">
                <a:highlight>
                  <a:srgbClr val="945AA3"/>
                </a:highlight>
              </a:rPr>
              <a:t>This quote means</a:t>
            </a:r>
            <a:r>
              <a:rPr lang="en" sz="1800">
                <a:highlight>
                  <a:srgbClr val="945AA3"/>
                </a:highlight>
              </a:rPr>
              <a:t> that people who aren’t willing to take a risk will never get good at doing something.</a:t>
            </a:r>
            <a:r>
              <a:rPr lang="en" sz="1800"/>
              <a:t> </a:t>
            </a:r>
            <a:r>
              <a:rPr b="1" lang="en" sz="1800">
                <a:highlight>
                  <a:srgbClr val="26AE5E"/>
                </a:highlight>
              </a:rPr>
              <a:t>Knowing this </a:t>
            </a:r>
            <a:r>
              <a:rPr lang="en" sz="1800">
                <a:highlight>
                  <a:srgbClr val="26AE5E"/>
                </a:highlight>
              </a:rPr>
              <a:t>persuades us to not be afraid of failure in our quest to succeed. If everyone tried to avoid failure, there would be no successful</a:t>
            </a:r>
            <a:r>
              <a:rPr lang="en" sz="1800">
                <a:highlight>
                  <a:srgbClr val="26AE5E"/>
                </a:highlight>
              </a:rPr>
              <a:t> </a:t>
            </a:r>
            <a:r>
              <a:rPr lang="en" sz="1800">
                <a:highlight>
                  <a:srgbClr val="26AE5E"/>
                </a:highlight>
              </a:rPr>
              <a:t>people—baseball players or otherwise. </a:t>
            </a:r>
            <a:endParaRPr sz="1800">
              <a:highlight>
                <a:srgbClr val="26AE5E"/>
              </a:highlight>
            </a:endParaRPr>
          </a:p>
        </p:txBody>
      </p:sp>
      <p:sp>
        <p:nvSpPr>
          <p:cNvPr id="311" name="Google Shape;311;p50"/>
          <p:cNvSpPr txBox="1"/>
          <p:nvPr>
            <p:ph idx="4294967295" type="body"/>
          </p:nvPr>
        </p:nvSpPr>
        <p:spPr>
          <a:xfrm>
            <a:off x="849250" y="2121775"/>
            <a:ext cx="2516100" cy="2076300"/>
          </a:xfrm>
          <a:prstGeom prst="rect">
            <a:avLst/>
          </a:prstGeom>
        </p:spPr>
        <p:txBody>
          <a:bodyPr anchorCtr="0" anchor="b" bIns="91425" lIns="91425" spcFirstLastPara="1" rIns="91425" wrap="square" tIns="91425">
            <a:noAutofit/>
          </a:bodyPr>
          <a:lstStyle/>
          <a:p>
            <a:pPr indent="0" lvl="0" marL="0" rtl="0" algn="l">
              <a:lnSpc>
                <a:spcPct val="115000"/>
              </a:lnSpc>
              <a:spcBef>
                <a:spcPts val="1600"/>
              </a:spcBef>
              <a:spcAft>
                <a:spcPts val="1200"/>
              </a:spcAft>
              <a:buClr>
                <a:schemeClr val="dk1"/>
              </a:buClr>
              <a:buSzPts val="1600"/>
              <a:buFont typeface="Arial"/>
              <a:buNone/>
            </a:pPr>
            <a:r>
              <a:rPr b="1" lang="en">
                <a:solidFill>
                  <a:schemeClr val="lt1"/>
                </a:solidFill>
                <a:latin typeface="Calibri"/>
                <a:ea typeface="Calibri"/>
                <a:cs typeface="Calibri"/>
                <a:sym typeface="Calibri"/>
              </a:rPr>
              <a:t>SAY</a:t>
            </a:r>
            <a:r>
              <a:rPr lang="en">
                <a:solidFill>
                  <a:schemeClr val="lt1"/>
                </a:solidFill>
                <a:latin typeface="Calibri"/>
                <a:ea typeface="Calibri"/>
                <a:cs typeface="Calibri"/>
                <a:sym typeface="Calibri"/>
              </a:rPr>
              <a:t> + template to give credit to the sourc</a:t>
            </a:r>
            <a:r>
              <a:rPr lang="en">
                <a:solidFill>
                  <a:schemeClr val="lt1"/>
                </a:solidFill>
                <a:latin typeface="Calibri"/>
                <a:ea typeface="Calibri"/>
                <a:cs typeface="Calibri"/>
                <a:sym typeface="Calibri"/>
              </a:rPr>
              <a:t>e </a:t>
            </a:r>
            <a:br>
              <a:rPr lang="en">
                <a:solidFill>
                  <a:schemeClr val="lt1"/>
                </a:solidFill>
                <a:latin typeface="Calibri"/>
                <a:ea typeface="Calibri"/>
                <a:cs typeface="Calibri"/>
                <a:sym typeface="Calibri"/>
              </a:rPr>
            </a:br>
            <a:r>
              <a:rPr lang="en">
                <a:solidFill>
                  <a:schemeClr val="lt1"/>
                </a:solidFill>
                <a:latin typeface="Calibri"/>
                <a:ea typeface="Calibri"/>
                <a:cs typeface="Calibri"/>
                <a:sym typeface="Calibri"/>
              </a:rPr>
              <a:t> </a:t>
            </a:r>
            <a:br>
              <a:rPr lang="en">
                <a:solidFill>
                  <a:schemeClr val="lt1"/>
                </a:solidFill>
                <a:latin typeface="Calibri"/>
                <a:ea typeface="Calibri"/>
                <a:cs typeface="Calibri"/>
                <a:sym typeface="Calibri"/>
              </a:rPr>
            </a:br>
            <a:r>
              <a:rPr b="1" lang="en">
                <a:solidFill>
                  <a:schemeClr val="lt1"/>
                </a:solidFill>
                <a:latin typeface="Calibri"/>
                <a:ea typeface="Calibri"/>
                <a:cs typeface="Calibri"/>
                <a:sym typeface="Calibri"/>
              </a:rPr>
              <a:t>MEAN</a:t>
            </a:r>
            <a:r>
              <a:rPr lang="en">
                <a:solidFill>
                  <a:schemeClr val="lt1"/>
                </a:solidFill>
                <a:latin typeface="Calibri"/>
                <a:ea typeface="Calibri"/>
                <a:cs typeface="Calibri"/>
                <a:sym typeface="Calibri"/>
              </a:rPr>
              <a:t> + template   </a:t>
            </a:r>
            <a:br>
              <a:rPr lang="en">
                <a:solidFill>
                  <a:schemeClr val="lt1"/>
                </a:solidFill>
                <a:latin typeface="Calibri"/>
                <a:ea typeface="Calibri"/>
                <a:cs typeface="Calibri"/>
                <a:sym typeface="Calibri"/>
              </a:rPr>
            </a:br>
            <a:br>
              <a:rPr lang="en">
                <a:solidFill>
                  <a:schemeClr val="lt1"/>
                </a:solidFill>
                <a:latin typeface="Calibri"/>
                <a:ea typeface="Calibri"/>
                <a:cs typeface="Calibri"/>
                <a:sym typeface="Calibri"/>
              </a:rPr>
            </a:br>
            <a:r>
              <a:rPr b="1" lang="en">
                <a:solidFill>
                  <a:schemeClr val="lt1"/>
                </a:solidFill>
                <a:latin typeface="Calibri"/>
                <a:ea typeface="Calibri"/>
                <a:cs typeface="Calibri"/>
                <a:sym typeface="Calibri"/>
              </a:rPr>
              <a:t>MATTER</a:t>
            </a:r>
            <a:r>
              <a:rPr lang="en">
                <a:solidFill>
                  <a:schemeClr val="lt1"/>
                </a:solidFill>
                <a:latin typeface="Calibri"/>
                <a:ea typeface="Calibri"/>
                <a:cs typeface="Calibri"/>
                <a:sym typeface="Calibri"/>
              </a:rPr>
              <a:t> + template  </a:t>
            </a:r>
            <a:r>
              <a:rPr lang="en" sz="2100">
                <a:solidFill>
                  <a:schemeClr val="lt1"/>
                </a:solidFill>
              </a:rPr>
              <a:t>   </a:t>
            </a:r>
            <a:endParaRPr sz="2200">
              <a:solidFill>
                <a:schemeClr val="lt1"/>
              </a:solidFill>
            </a:endParaRPr>
          </a:p>
        </p:txBody>
      </p:sp>
      <p:sp>
        <p:nvSpPr>
          <p:cNvPr id="312" name="Google Shape;312;p50"/>
          <p:cNvSpPr/>
          <p:nvPr/>
        </p:nvSpPr>
        <p:spPr>
          <a:xfrm>
            <a:off x="512350" y="2266825"/>
            <a:ext cx="336900" cy="1536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0"/>
          <p:cNvSpPr/>
          <p:nvPr/>
        </p:nvSpPr>
        <p:spPr>
          <a:xfrm>
            <a:off x="512350" y="3225300"/>
            <a:ext cx="336900" cy="1536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0"/>
          <p:cNvSpPr/>
          <p:nvPr/>
        </p:nvSpPr>
        <p:spPr>
          <a:xfrm>
            <a:off x="512350" y="3898375"/>
            <a:ext cx="336900" cy="1536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51"/>
          <p:cNvSpPr txBox="1"/>
          <p:nvPr>
            <p:ph type="title"/>
          </p:nvPr>
        </p:nvSpPr>
        <p:spPr>
          <a:xfrm>
            <a:off x="512350" y="580100"/>
            <a:ext cx="4476300" cy="116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Famous Quotations for Practice</a:t>
            </a:r>
            <a:endParaRPr sz="3300"/>
          </a:p>
          <a:p>
            <a:pPr indent="0" lvl="0" marL="0" rtl="0" algn="l">
              <a:spcBef>
                <a:spcPts val="0"/>
              </a:spcBef>
              <a:spcAft>
                <a:spcPts val="0"/>
              </a:spcAft>
              <a:buNone/>
            </a:pPr>
            <a:r>
              <a:t/>
            </a:r>
            <a:endParaRPr sz="3300"/>
          </a:p>
        </p:txBody>
      </p:sp>
      <p:grpSp>
        <p:nvGrpSpPr>
          <p:cNvPr id="321" name="Google Shape;321;p51"/>
          <p:cNvGrpSpPr/>
          <p:nvPr/>
        </p:nvGrpSpPr>
        <p:grpSpPr>
          <a:xfrm>
            <a:off x="3827875" y="1435675"/>
            <a:ext cx="2087442" cy="2805434"/>
            <a:chOff x="4515919" y="1385576"/>
            <a:chExt cx="1920900" cy="2024999"/>
          </a:xfrm>
        </p:grpSpPr>
        <p:sp>
          <p:nvSpPr>
            <p:cNvPr id="322" name="Google Shape;322;p51"/>
            <p:cNvSpPr/>
            <p:nvPr/>
          </p:nvSpPr>
          <p:spPr>
            <a:xfrm>
              <a:off x="4515919" y="1385576"/>
              <a:ext cx="1920900" cy="17709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1"/>
            <p:cNvSpPr/>
            <p:nvPr/>
          </p:nvSpPr>
          <p:spPr>
            <a:xfrm rot="10800000">
              <a:off x="5857675" y="3115075"/>
              <a:ext cx="341700" cy="295500"/>
            </a:xfrm>
            <a:prstGeom prst="triangle">
              <a:avLst>
                <a:gd fmla="val 100000" name="adj"/>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51"/>
          <p:cNvGrpSpPr/>
          <p:nvPr/>
        </p:nvGrpSpPr>
        <p:grpSpPr>
          <a:xfrm flipH="1">
            <a:off x="6267535" y="429225"/>
            <a:ext cx="2368278" cy="1811885"/>
            <a:chOff x="4515933" y="1940963"/>
            <a:chExt cx="1920900" cy="1469612"/>
          </a:xfrm>
        </p:grpSpPr>
        <p:sp>
          <p:nvSpPr>
            <p:cNvPr id="325" name="Google Shape;325;p51"/>
            <p:cNvSpPr/>
            <p:nvPr/>
          </p:nvSpPr>
          <p:spPr>
            <a:xfrm>
              <a:off x="4515933" y="1940963"/>
              <a:ext cx="1920900" cy="1215600"/>
            </a:xfrm>
            <a:prstGeom prst="rect">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1"/>
            <p:cNvSpPr/>
            <p:nvPr/>
          </p:nvSpPr>
          <p:spPr>
            <a:xfrm rot="10800000">
              <a:off x="5857675" y="3115075"/>
              <a:ext cx="341700" cy="295500"/>
            </a:xfrm>
            <a:prstGeom prst="triangle">
              <a:avLst>
                <a:gd fmla="val 100000" name="adj"/>
              </a:avLst>
            </a:prstGeom>
            <a:solidFill>
              <a:srgbClr val="24A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 name="Google Shape;327;p51"/>
          <p:cNvGrpSpPr/>
          <p:nvPr/>
        </p:nvGrpSpPr>
        <p:grpSpPr>
          <a:xfrm flipH="1">
            <a:off x="6267648" y="2571750"/>
            <a:ext cx="2500927" cy="2049740"/>
            <a:chOff x="4515930" y="1210066"/>
            <a:chExt cx="2127000" cy="1946387"/>
          </a:xfrm>
        </p:grpSpPr>
        <p:sp>
          <p:nvSpPr>
            <p:cNvPr id="328" name="Google Shape;328;p51"/>
            <p:cNvSpPr/>
            <p:nvPr/>
          </p:nvSpPr>
          <p:spPr>
            <a:xfrm>
              <a:off x="4515930" y="1537053"/>
              <a:ext cx="2127000" cy="16194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1"/>
            <p:cNvSpPr/>
            <p:nvPr/>
          </p:nvSpPr>
          <p:spPr>
            <a:xfrm rot="5400000">
              <a:off x="4709270" y="1268566"/>
              <a:ext cx="381600" cy="264600"/>
            </a:xfrm>
            <a:prstGeom prst="triangle">
              <a:avLst>
                <a:gd fmla="val 100000" name="adj"/>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51"/>
          <p:cNvGrpSpPr/>
          <p:nvPr/>
        </p:nvGrpSpPr>
        <p:grpSpPr>
          <a:xfrm flipH="1">
            <a:off x="366431" y="2006721"/>
            <a:ext cx="3054423" cy="2453381"/>
            <a:chOff x="4515925" y="1537050"/>
            <a:chExt cx="1920900" cy="1873525"/>
          </a:xfrm>
        </p:grpSpPr>
        <p:sp>
          <p:nvSpPr>
            <p:cNvPr id="331" name="Google Shape;331;p51"/>
            <p:cNvSpPr/>
            <p:nvPr/>
          </p:nvSpPr>
          <p:spPr>
            <a:xfrm>
              <a:off x="4515925" y="1537050"/>
              <a:ext cx="1920900" cy="1619400"/>
            </a:xfrm>
            <a:prstGeom prst="rect">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1"/>
            <p:cNvSpPr/>
            <p:nvPr/>
          </p:nvSpPr>
          <p:spPr>
            <a:xfrm rot="10800000">
              <a:off x="5857675" y="3115075"/>
              <a:ext cx="341700" cy="295500"/>
            </a:xfrm>
            <a:prstGeom prst="triangle">
              <a:avLst>
                <a:gd fmla="val 100000" name="adj"/>
              </a:avLst>
            </a:prstGeom>
            <a:solidFill>
              <a:srgbClr val="945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51"/>
          <p:cNvSpPr txBox="1"/>
          <p:nvPr>
            <p:ph idx="1" type="body"/>
          </p:nvPr>
        </p:nvSpPr>
        <p:spPr>
          <a:xfrm>
            <a:off x="6347362" y="490700"/>
            <a:ext cx="2208600" cy="13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1800"/>
              <a:t>“None of us is as smart as all of us.”</a:t>
            </a:r>
            <a:r>
              <a:rPr b="1" lang="en"/>
              <a:t> </a:t>
            </a:r>
            <a:endParaRPr b="1"/>
          </a:p>
          <a:p>
            <a:pPr indent="0" lvl="0" marL="0" rtl="0" algn="l">
              <a:spcBef>
                <a:spcPts val="1500"/>
              </a:spcBef>
              <a:spcAft>
                <a:spcPts val="1500"/>
              </a:spcAft>
              <a:buSzPts val="1100"/>
              <a:buNone/>
            </a:pPr>
            <a:r>
              <a:rPr i="1" lang="en" sz="1300"/>
              <a:t>Ken Blanchard</a:t>
            </a:r>
            <a:br>
              <a:rPr i="1" lang="en" sz="1300"/>
            </a:br>
            <a:r>
              <a:rPr i="1" lang="en" sz="1100"/>
              <a:t>American Author</a:t>
            </a:r>
            <a:endParaRPr sz="1400">
              <a:highlight>
                <a:srgbClr val="27AAE2"/>
              </a:highlight>
            </a:endParaRPr>
          </a:p>
        </p:txBody>
      </p:sp>
      <p:sp>
        <p:nvSpPr>
          <p:cNvPr id="334" name="Google Shape;334;p51"/>
          <p:cNvSpPr txBox="1"/>
          <p:nvPr/>
        </p:nvSpPr>
        <p:spPr>
          <a:xfrm>
            <a:off x="3836550" y="1476975"/>
            <a:ext cx="2015400" cy="246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b="1" lang="en" sz="1800">
                <a:solidFill>
                  <a:schemeClr val="lt1"/>
                </a:solidFill>
                <a:latin typeface="Calibri"/>
                <a:ea typeface="Calibri"/>
                <a:cs typeface="Calibri"/>
                <a:sym typeface="Calibri"/>
              </a:rPr>
              <a:t>“Education is the most powerful weapon which you can use to change the world.”</a:t>
            </a:r>
            <a:br>
              <a:rPr b="1" lang="en" sz="1500">
                <a:solidFill>
                  <a:schemeClr val="lt1"/>
                </a:solidFill>
                <a:latin typeface="Calibri"/>
                <a:ea typeface="Calibri"/>
                <a:cs typeface="Calibri"/>
                <a:sym typeface="Calibri"/>
              </a:rPr>
            </a:br>
            <a:r>
              <a:rPr lang="en" sz="1500">
                <a:solidFill>
                  <a:schemeClr val="lt1"/>
                </a:solidFill>
                <a:latin typeface="Calibri"/>
                <a:ea typeface="Calibri"/>
                <a:cs typeface="Calibri"/>
                <a:sym typeface="Calibri"/>
              </a:rPr>
              <a:t> </a:t>
            </a:r>
            <a:br>
              <a:rPr lang="en">
                <a:solidFill>
                  <a:schemeClr val="lt1"/>
                </a:solidFill>
                <a:latin typeface="Calibri"/>
                <a:ea typeface="Calibri"/>
                <a:cs typeface="Calibri"/>
                <a:sym typeface="Calibri"/>
              </a:rPr>
            </a:br>
            <a:r>
              <a:rPr i="1" lang="en">
                <a:solidFill>
                  <a:schemeClr val="lt1"/>
                </a:solidFill>
                <a:latin typeface="Calibri"/>
                <a:ea typeface="Calibri"/>
                <a:cs typeface="Calibri"/>
                <a:sym typeface="Calibri"/>
              </a:rPr>
              <a:t>Nelson Mandela</a:t>
            </a:r>
            <a:br>
              <a:rPr i="1" lang="en">
                <a:solidFill>
                  <a:schemeClr val="lt1"/>
                </a:solidFill>
                <a:latin typeface="Calibri"/>
                <a:ea typeface="Calibri"/>
                <a:cs typeface="Calibri"/>
                <a:sym typeface="Calibri"/>
              </a:rPr>
            </a:br>
            <a:r>
              <a:rPr i="1" lang="en" sz="1100">
                <a:solidFill>
                  <a:schemeClr val="lt1"/>
                </a:solidFill>
                <a:latin typeface="Calibri"/>
                <a:ea typeface="Calibri"/>
                <a:cs typeface="Calibri"/>
                <a:sym typeface="Calibri"/>
              </a:rPr>
              <a:t>Activist</a:t>
            </a:r>
            <a:endParaRPr sz="1100"/>
          </a:p>
        </p:txBody>
      </p:sp>
      <p:sp>
        <p:nvSpPr>
          <p:cNvPr id="335" name="Google Shape;335;p51"/>
          <p:cNvSpPr txBox="1"/>
          <p:nvPr/>
        </p:nvSpPr>
        <p:spPr>
          <a:xfrm>
            <a:off x="397499" y="2013141"/>
            <a:ext cx="2893200" cy="21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b="1" lang="en" sz="1800">
                <a:solidFill>
                  <a:schemeClr val="lt1"/>
                </a:solidFill>
                <a:latin typeface="Calibri"/>
                <a:ea typeface="Calibri"/>
                <a:cs typeface="Calibri"/>
                <a:sym typeface="Calibri"/>
              </a:rPr>
              <a:t>“Anyone who stops learning is old, whether at twenty or eighty. Anyone who keeps learning stays young.”</a:t>
            </a:r>
            <a:br>
              <a:rPr b="1" lang="en" sz="1300">
                <a:solidFill>
                  <a:schemeClr val="lt1"/>
                </a:solidFill>
                <a:latin typeface="Calibri"/>
                <a:ea typeface="Calibri"/>
                <a:cs typeface="Calibri"/>
                <a:sym typeface="Calibri"/>
              </a:rPr>
            </a:br>
            <a:br>
              <a:rPr lang="en" sz="1500">
                <a:solidFill>
                  <a:schemeClr val="lt1"/>
                </a:solidFill>
                <a:latin typeface="Calibri"/>
                <a:ea typeface="Calibri"/>
                <a:cs typeface="Calibri"/>
                <a:sym typeface="Calibri"/>
              </a:rPr>
            </a:br>
            <a:r>
              <a:rPr i="1" lang="en">
                <a:solidFill>
                  <a:schemeClr val="lt1"/>
                </a:solidFill>
                <a:latin typeface="Calibri"/>
                <a:ea typeface="Calibri"/>
                <a:cs typeface="Calibri"/>
                <a:sym typeface="Calibri"/>
              </a:rPr>
              <a:t>Henry Ford</a:t>
            </a:r>
            <a:br>
              <a:rPr i="1" lang="en" sz="1300">
                <a:solidFill>
                  <a:schemeClr val="lt1"/>
                </a:solidFill>
                <a:latin typeface="Calibri"/>
                <a:ea typeface="Calibri"/>
                <a:cs typeface="Calibri"/>
                <a:sym typeface="Calibri"/>
              </a:rPr>
            </a:br>
            <a:r>
              <a:rPr i="1" lang="en" sz="1100">
                <a:solidFill>
                  <a:schemeClr val="lt1"/>
                </a:solidFill>
                <a:latin typeface="Calibri"/>
                <a:ea typeface="Calibri"/>
                <a:cs typeface="Calibri"/>
                <a:sym typeface="Calibri"/>
              </a:rPr>
              <a:t>Founder of Ford Motor Company</a:t>
            </a:r>
            <a:endParaRPr i="1" sz="1100">
              <a:solidFill>
                <a:schemeClr val="lt1"/>
              </a:solidFill>
              <a:latin typeface="Calibri"/>
              <a:ea typeface="Calibri"/>
              <a:cs typeface="Calibri"/>
              <a:sym typeface="Calibri"/>
            </a:endParaRPr>
          </a:p>
        </p:txBody>
      </p:sp>
      <p:sp>
        <p:nvSpPr>
          <p:cNvPr id="336" name="Google Shape;336;p51"/>
          <p:cNvSpPr txBox="1"/>
          <p:nvPr/>
        </p:nvSpPr>
        <p:spPr>
          <a:xfrm>
            <a:off x="6328325" y="3031225"/>
            <a:ext cx="2500800" cy="14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b="1" lang="en" sz="1700">
                <a:solidFill>
                  <a:schemeClr val="lt1"/>
                </a:solidFill>
                <a:latin typeface="Calibri"/>
                <a:ea typeface="Calibri"/>
                <a:cs typeface="Calibri"/>
                <a:sym typeface="Calibri"/>
              </a:rPr>
              <a:t>“The important thing</a:t>
            </a:r>
            <a:r>
              <a:rPr b="1" lang="en" sz="1700">
                <a:solidFill>
                  <a:schemeClr val="lt1"/>
                </a:solidFill>
                <a:latin typeface="Calibri"/>
                <a:ea typeface="Calibri"/>
                <a:cs typeface="Calibri"/>
                <a:sym typeface="Calibri"/>
              </a:rPr>
              <a:t> </a:t>
            </a:r>
            <a:r>
              <a:rPr b="1" lang="en" sz="1700">
                <a:solidFill>
                  <a:schemeClr val="lt1"/>
                </a:solidFill>
                <a:latin typeface="Calibri"/>
                <a:ea typeface="Calibri"/>
                <a:cs typeface="Calibri"/>
                <a:sym typeface="Calibri"/>
              </a:rPr>
              <a:t>is not to stop questioning.” </a:t>
            </a:r>
            <a:br>
              <a:rPr b="1" lang="en" sz="1600">
                <a:solidFill>
                  <a:schemeClr val="lt1"/>
                </a:solidFill>
                <a:latin typeface="Calibri"/>
                <a:ea typeface="Calibri"/>
                <a:cs typeface="Calibri"/>
                <a:sym typeface="Calibri"/>
              </a:rPr>
            </a:br>
            <a:br>
              <a:rPr b="1" lang="en" sz="1600">
                <a:solidFill>
                  <a:schemeClr val="lt1"/>
                </a:solidFill>
                <a:latin typeface="Calibri"/>
                <a:ea typeface="Calibri"/>
                <a:cs typeface="Calibri"/>
                <a:sym typeface="Calibri"/>
              </a:rPr>
            </a:br>
            <a:r>
              <a:rPr i="1" lang="en">
                <a:solidFill>
                  <a:schemeClr val="lt1"/>
                </a:solidFill>
                <a:latin typeface="Calibri"/>
                <a:ea typeface="Calibri"/>
                <a:cs typeface="Calibri"/>
                <a:sym typeface="Calibri"/>
              </a:rPr>
              <a:t>A</a:t>
            </a:r>
            <a:r>
              <a:rPr i="1" lang="en">
                <a:solidFill>
                  <a:schemeClr val="lt1"/>
                </a:solidFill>
                <a:latin typeface="Calibri"/>
                <a:ea typeface="Calibri"/>
                <a:cs typeface="Calibri"/>
                <a:sym typeface="Calibri"/>
              </a:rPr>
              <a:t>lbert Einstein</a:t>
            </a:r>
            <a:br>
              <a:rPr i="1" lang="en" sz="1300">
                <a:solidFill>
                  <a:schemeClr val="lt1"/>
                </a:solidFill>
                <a:latin typeface="Calibri"/>
                <a:ea typeface="Calibri"/>
                <a:cs typeface="Calibri"/>
                <a:sym typeface="Calibri"/>
              </a:rPr>
            </a:br>
            <a:r>
              <a:rPr i="1" lang="en" sz="1100">
                <a:solidFill>
                  <a:schemeClr val="lt1"/>
                </a:solidFill>
                <a:latin typeface="Calibri"/>
                <a:ea typeface="Calibri"/>
                <a:cs typeface="Calibri"/>
                <a:sym typeface="Calibri"/>
              </a:rPr>
              <a:t>Physicist</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2"/>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Examples </a:t>
            </a:r>
            <a:endParaRPr/>
          </a:p>
        </p:txBody>
      </p:sp>
      <p:sp>
        <p:nvSpPr>
          <p:cNvPr id="343" name="Google Shape;343;p52"/>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Say-Mean-Matter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53"/>
          <p:cNvSpPr txBox="1"/>
          <p:nvPr/>
        </p:nvSpPr>
        <p:spPr>
          <a:xfrm>
            <a:off x="596225" y="565925"/>
            <a:ext cx="8615400" cy="47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aphicFrame>
        <p:nvGraphicFramePr>
          <p:cNvPr id="350" name="Google Shape;350;p53"/>
          <p:cNvGraphicFramePr/>
          <p:nvPr/>
        </p:nvGraphicFramePr>
        <p:xfrm>
          <a:off x="1727350" y="401250"/>
          <a:ext cx="3000000" cy="3000000"/>
        </p:xfrm>
        <a:graphic>
          <a:graphicData uri="http://schemas.openxmlformats.org/drawingml/2006/table">
            <a:tbl>
              <a:tblPr>
                <a:noFill/>
                <a:tableStyleId>{2A21020C-5779-462F-884D-2363A5FB0013}</a:tableStyleId>
              </a:tblPr>
              <a:tblGrid>
                <a:gridCol w="2047875"/>
                <a:gridCol w="2628900"/>
                <a:gridCol w="2486025"/>
              </a:tblGrid>
              <a:tr h="12700">
                <a:tc>
                  <a:txBody>
                    <a:bodyPr/>
                    <a:lstStyle/>
                    <a:p>
                      <a:pPr indent="0" lvl="0" marL="0" rtl="0" algn="l">
                        <a:spcBef>
                          <a:spcPts val="0"/>
                        </a:spcBef>
                        <a:spcAft>
                          <a:spcPts val="0"/>
                        </a:spcAft>
                        <a:buNone/>
                      </a:pPr>
                      <a:r>
                        <a:rPr b="1" lang="en" sz="1200">
                          <a:solidFill>
                            <a:srgbClr val="FFFFFF"/>
                          </a:solidFill>
                          <a:latin typeface="Source Sans Pro"/>
                          <a:ea typeface="Source Sans Pro"/>
                          <a:cs typeface="Source Sans Pro"/>
                          <a:sym typeface="Source Sans Pro"/>
                        </a:rPr>
                        <a:t>SAY</a:t>
                      </a:r>
                      <a:endParaRPr b="1" sz="12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rgbClr val="FFFFFF"/>
                          </a:solidFill>
                          <a:latin typeface="Source Sans Pro"/>
                          <a:ea typeface="Source Sans Pro"/>
                          <a:cs typeface="Source Sans Pro"/>
                          <a:sym typeface="Source Sans Pro"/>
                        </a:rPr>
                        <a:t>What does the text say?</a:t>
                      </a:r>
                      <a:endParaRPr b="1" sz="12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rgbClr val="FFFFFF"/>
                          </a:solidFill>
                          <a:latin typeface="Source Sans Pro"/>
                          <a:ea typeface="Source Sans Pro"/>
                          <a:cs typeface="Source Sans Pro"/>
                          <a:sym typeface="Source Sans Pro"/>
                        </a:rPr>
                        <a:t>Direct quote, paraphrase,</a:t>
                      </a:r>
                      <a:endParaRPr sz="12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rgbClr val="FFFFFF"/>
                          </a:solidFill>
                          <a:latin typeface="Source Sans Pro"/>
                          <a:ea typeface="Source Sans Pro"/>
                          <a:cs typeface="Source Sans Pro"/>
                          <a:sym typeface="Source Sans Pro"/>
                        </a:rPr>
                        <a:t>or summary</a:t>
                      </a:r>
                      <a:endParaRPr sz="1200">
                        <a:solidFill>
                          <a:srgbClr val="FFFFFF"/>
                        </a:solidFill>
                        <a:latin typeface="Source Sans Pro"/>
                        <a:ea typeface="Source Sans Pro"/>
                        <a:cs typeface="Source Sans Pro"/>
                        <a:sym typeface="Source Sans Pro"/>
                      </a:endParaRPr>
                    </a:p>
                  </a:txBody>
                  <a:tcPr marT="63500" marB="63500" marR="63500" marL="63500">
                    <a:solidFill>
                      <a:srgbClr val="27AE5F"/>
                    </a:solidFill>
                  </a:tcPr>
                </a:tc>
                <a:tc>
                  <a:txBody>
                    <a:bodyPr/>
                    <a:lstStyle/>
                    <a:p>
                      <a:pPr indent="0" lvl="0" marL="0" rtl="0" algn="l">
                        <a:spcBef>
                          <a:spcPts val="0"/>
                        </a:spcBef>
                        <a:spcAft>
                          <a:spcPts val="0"/>
                        </a:spcAft>
                        <a:buNone/>
                      </a:pPr>
                      <a:r>
                        <a:rPr b="1" lang="en" sz="1200">
                          <a:solidFill>
                            <a:srgbClr val="FFFFFF"/>
                          </a:solidFill>
                          <a:latin typeface="Source Sans Pro"/>
                          <a:ea typeface="Source Sans Pro"/>
                          <a:cs typeface="Source Sans Pro"/>
                          <a:sym typeface="Source Sans Pro"/>
                        </a:rPr>
                        <a:t>MEAN</a:t>
                      </a:r>
                      <a:br>
                        <a:rPr b="1" lang="en" sz="1200">
                          <a:solidFill>
                            <a:srgbClr val="FFFFFF"/>
                          </a:solidFill>
                          <a:latin typeface="Source Sans Pro"/>
                          <a:ea typeface="Source Sans Pro"/>
                          <a:cs typeface="Source Sans Pro"/>
                          <a:sym typeface="Source Sans Pro"/>
                        </a:rPr>
                      </a:br>
                      <a:r>
                        <a:rPr b="1" lang="en" sz="1200">
                          <a:solidFill>
                            <a:srgbClr val="FFFFFF"/>
                          </a:solidFill>
                          <a:latin typeface="Source Sans Pro"/>
                          <a:ea typeface="Source Sans Pro"/>
                          <a:cs typeface="Source Sans Pro"/>
                          <a:sym typeface="Source Sans Pro"/>
                        </a:rPr>
                        <a:t>What does this information mean?</a:t>
                      </a:r>
                      <a:br>
                        <a:rPr lang="en" sz="1200">
                          <a:solidFill>
                            <a:srgbClr val="FFFFFF"/>
                          </a:solidFill>
                          <a:latin typeface="Source Sans Pro"/>
                          <a:ea typeface="Source Sans Pro"/>
                          <a:cs typeface="Source Sans Pro"/>
                          <a:sym typeface="Source Sans Pro"/>
                        </a:rPr>
                      </a:br>
                      <a:r>
                        <a:rPr lang="en" sz="1200">
                          <a:solidFill>
                            <a:srgbClr val="FFFFFF"/>
                          </a:solidFill>
                          <a:latin typeface="Source Sans Pro"/>
                          <a:ea typeface="Source Sans Pro"/>
                          <a:cs typeface="Source Sans Pro"/>
                          <a:sym typeface="Source Sans Pro"/>
                        </a:rPr>
                        <a:t>Make an inference. Interpret and “read between the lines.” </a:t>
                      </a:r>
                      <a:endParaRPr sz="12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What does the author mean? </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How can the information be interpreted?</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What can be inferred?</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What point is the author making?</a:t>
                      </a:r>
                      <a:endParaRPr sz="1000">
                        <a:solidFill>
                          <a:srgbClr val="FFFFFF"/>
                        </a:solidFill>
                        <a:latin typeface="Source Sans Pro"/>
                        <a:ea typeface="Source Sans Pro"/>
                        <a:cs typeface="Source Sans Pro"/>
                        <a:sym typeface="Source Sans Pro"/>
                      </a:endParaRPr>
                    </a:p>
                  </a:txBody>
                  <a:tcPr marT="63500" marB="63500" marR="63500" marL="63500">
                    <a:solidFill>
                      <a:srgbClr val="27AE5F"/>
                    </a:solidFill>
                  </a:tcPr>
                </a:tc>
                <a:tc>
                  <a:txBody>
                    <a:bodyPr/>
                    <a:lstStyle/>
                    <a:p>
                      <a:pPr indent="0" lvl="0" marL="0" rtl="0" algn="l">
                        <a:spcBef>
                          <a:spcPts val="0"/>
                        </a:spcBef>
                        <a:spcAft>
                          <a:spcPts val="0"/>
                        </a:spcAft>
                        <a:buNone/>
                      </a:pPr>
                      <a:r>
                        <a:rPr b="1" lang="en" sz="1200">
                          <a:solidFill>
                            <a:srgbClr val="FFFFFF"/>
                          </a:solidFill>
                          <a:latin typeface="Source Sans Pro"/>
                          <a:ea typeface="Source Sans Pro"/>
                          <a:cs typeface="Source Sans Pro"/>
                          <a:sym typeface="Source Sans Pro"/>
                        </a:rPr>
                        <a:t>MATTER</a:t>
                      </a:r>
                      <a:br>
                        <a:rPr b="1" lang="en" sz="1200">
                          <a:solidFill>
                            <a:srgbClr val="FFFFFF"/>
                          </a:solidFill>
                          <a:latin typeface="Source Sans Pro"/>
                          <a:ea typeface="Source Sans Pro"/>
                          <a:cs typeface="Source Sans Pro"/>
                          <a:sym typeface="Source Sans Pro"/>
                        </a:rPr>
                      </a:br>
                      <a:r>
                        <a:rPr b="1" lang="en" sz="1200">
                          <a:solidFill>
                            <a:srgbClr val="FFFFFF"/>
                          </a:solidFill>
                          <a:latin typeface="Source Sans Pro"/>
                          <a:ea typeface="Source Sans Pro"/>
                          <a:cs typeface="Source Sans Pro"/>
                          <a:sym typeface="Source Sans Pro"/>
                        </a:rPr>
                        <a:t>Why does it matter?</a:t>
                      </a:r>
                      <a:r>
                        <a:rPr lang="en" sz="1200">
                          <a:solidFill>
                            <a:srgbClr val="FFFFFF"/>
                          </a:solidFill>
                          <a:latin typeface="Source Sans Pro"/>
                          <a:ea typeface="Source Sans Pro"/>
                          <a:cs typeface="Source Sans Pro"/>
                          <a:sym typeface="Source Sans Pro"/>
                        </a:rPr>
                        <a:t> </a:t>
                      </a:r>
                      <a:endParaRPr sz="12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rgbClr val="FFFFFF"/>
                          </a:solidFill>
                          <a:latin typeface="Source Sans Pro"/>
                          <a:ea typeface="Source Sans Pro"/>
                          <a:cs typeface="Source Sans Pro"/>
                          <a:sym typeface="Source Sans Pro"/>
                        </a:rPr>
                        <a:t>So what? What are the implications and/or possible outcomes? </a:t>
                      </a:r>
                      <a:endParaRPr sz="12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Why does this information matter?</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Why is this important or significant?</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What are the implications or consequences of the information?</a:t>
                      </a:r>
                      <a:endParaRPr sz="1000">
                        <a:solidFill>
                          <a:srgbClr val="FFFFFF"/>
                        </a:solidFill>
                        <a:latin typeface="Source Sans Pro"/>
                        <a:ea typeface="Source Sans Pro"/>
                        <a:cs typeface="Source Sans Pro"/>
                        <a:sym typeface="Source Sans Pro"/>
                      </a:endParaRPr>
                    </a:p>
                    <a:p>
                      <a:pPr indent="-292100" lvl="0" marL="457200" rtl="0" algn="l">
                        <a:spcBef>
                          <a:spcPts val="0"/>
                        </a:spcBef>
                        <a:spcAft>
                          <a:spcPts val="0"/>
                        </a:spcAft>
                        <a:buClr>
                          <a:srgbClr val="FFFFFF"/>
                        </a:buClr>
                        <a:buSzPts val="1000"/>
                        <a:buFont typeface="Source Sans Pro"/>
                        <a:buChar char="●"/>
                      </a:pPr>
                      <a:r>
                        <a:rPr lang="en" sz="1000">
                          <a:solidFill>
                            <a:srgbClr val="FFFFFF"/>
                          </a:solidFill>
                          <a:latin typeface="Source Sans Pro"/>
                          <a:ea typeface="Source Sans Pro"/>
                          <a:cs typeface="Source Sans Pro"/>
                          <a:sym typeface="Source Sans Pro"/>
                        </a:rPr>
                        <a:t>How does this connect to other ideas?</a:t>
                      </a:r>
                      <a:endParaRPr sz="1200">
                        <a:solidFill>
                          <a:srgbClr val="FFFFFF"/>
                        </a:solidFill>
                        <a:latin typeface="Source Sans Pro"/>
                        <a:ea typeface="Source Sans Pro"/>
                        <a:cs typeface="Source Sans Pro"/>
                        <a:sym typeface="Source Sans Pro"/>
                      </a:endParaRPr>
                    </a:p>
                  </a:txBody>
                  <a:tcPr marT="63500" marB="63500" marR="63500" marL="63500">
                    <a:solidFill>
                      <a:srgbClr val="27AE5F"/>
                    </a:solidFill>
                  </a:tcPr>
                </a:tc>
              </a:tr>
              <a:tr h="726025">
                <a:tc>
                  <a:txBody>
                    <a:bodyPr/>
                    <a:lstStyle/>
                    <a:p>
                      <a:pPr indent="0" lvl="0" marL="0" rtl="0" algn="l">
                        <a:spcBef>
                          <a:spcPts val="0"/>
                        </a:spcBef>
                        <a:spcAft>
                          <a:spcPts val="0"/>
                        </a:spcAft>
                        <a:buNone/>
                      </a:pPr>
                      <a:r>
                        <a:rPr i="1" lang="en" sz="1200">
                          <a:latin typeface="Source Sans Pro"/>
                          <a:ea typeface="Source Sans Pro"/>
                          <a:cs typeface="Source Sans Pro"/>
                          <a:sym typeface="Source Sans Pro"/>
                        </a:rPr>
                        <a:t>Here is your quote: </a:t>
                      </a:r>
                      <a:r>
                        <a:rPr b="1" lang="en" sz="1700">
                          <a:solidFill>
                            <a:schemeClr val="dk1"/>
                          </a:solidFill>
                        </a:rPr>
                        <a:t>Malorie Blackman</a:t>
                      </a:r>
                      <a:endParaRPr b="1" sz="1700">
                        <a:solidFill>
                          <a:schemeClr val="dk1"/>
                        </a:solidFill>
                      </a:endParaRPr>
                    </a:p>
                    <a:p>
                      <a:pPr indent="0" lvl="0" marL="0" rtl="0" algn="l">
                        <a:lnSpc>
                          <a:spcPct val="160000"/>
                        </a:lnSpc>
                        <a:spcBef>
                          <a:spcPts val="1400"/>
                        </a:spcBef>
                        <a:spcAft>
                          <a:spcPts val="0"/>
                        </a:spcAft>
                        <a:buClr>
                          <a:schemeClr val="dk1"/>
                        </a:buClr>
                        <a:buSzPts val="1100"/>
                        <a:buFont typeface="Arial"/>
                        <a:buNone/>
                      </a:pPr>
                      <a:r>
                        <a:rPr lang="en" sz="1100">
                          <a:solidFill>
                            <a:schemeClr val="dk1"/>
                          </a:solidFill>
                          <a:latin typeface="Lora"/>
                          <a:ea typeface="Lora"/>
                          <a:cs typeface="Lora"/>
                          <a:sym typeface="Lora"/>
                        </a:rPr>
                        <a:t>“Reading is an exercise in empathy; an exercise in walking in someone else’s shoes for a while.”</a:t>
                      </a:r>
                      <a:endParaRPr sz="1100">
                        <a:solidFill>
                          <a:schemeClr val="dk1"/>
                        </a:solidFill>
                        <a:latin typeface="Lora"/>
                        <a:ea typeface="Lora"/>
                        <a:cs typeface="Lora"/>
                        <a:sym typeface="Lora"/>
                      </a:endParaRPr>
                    </a:p>
                    <a:p>
                      <a:pPr indent="0" lvl="0" marL="0" rtl="0" algn="l">
                        <a:spcBef>
                          <a:spcPts val="140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txBody>
                  <a:tcPr marT="63500" marB="63500" marR="63500" marL="63500"/>
                </a:tc>
                <a:tc>
                  <a:txBody>
                    <a:bodyPr/>
                    <a:lstStyle/>
                    <a:p>
                      <a:pPr indent="0" lvl="0" marL="0" rtl="0" algn="l">
                        <a:spcBef>
                          <a:spcPts val="0"/>
                        </a:spcBef>
                        <a:spcAft>
                          <a:spcPts val="1000"/>
                        </a:spcAft>
                        <a:buNone/>
                      </a:pPr>
                      <a:r>
                        <a:t/>
                      </a:r>
                      <a:endParaRPr sz="1200">
                        <a:latin typeface="Source Sans Pro"/>
                        <a:ea typeface="Source Sans Pro"/>
                        <a:cs typeface="Source Sans Pro"/>
                        <a:sym typeface="Source Sans Pro"/>
                      </a:endParaRPr>
                    </a:p>
                  </a:txBody>
                  <a:tcPr marT="63500" marB="63500" marR="63500" marL="63500"/>
                </a:tc>
                <a:tc>
                  <a:txBody>
                    <a:bodyPr/>
                    <a:lstStyle/>
                    <a:p>
                      <a:pPr indent="0" lvl="0" marL="0" rtl="0" algn="l">
                        <a:spcBef>
                          <a:spcPts val="0"/>
                        </a:spcBef>
                        <a:spcAft>
                          <a:spcPts val="1000"/>
                        </a:spcAft>
                        <a:buNone/>
                      </a:pPr>
                      <a:r>
                        <a:t/>
                      </a:r>
                      <a:endParaRPr i="1" sz="1200">
                        <a:latin typeface="Source Sans Pro"/>
                        <a:ea typeface="Source Sans Pro"/>
                        <a:cs typeface="Source Sans Pro"/>
                        <a:sym typeface="Source Sans Pro"/>
                      </a:endParaRPr>
                    </a:p>
                  </a:txBody>
                  <a:tcPr marT="63500" marB="63500" marR="63500" marL="63500"/>
                </a:tc>
              </a:tr>
              <a:tr h="726025">
                <a:tc>
                  <a:txBody>
                    <a:bodyPr/>
                    <a:lstStyle/>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1000"/>
                        </a:spcAft>
                        <a:buNone/>
                      </a:pPr>
                      <a:r>
                        <a:t/>
                      </a:r>
                      <a:endParaRPr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1000"/>
                        </a:spcAft>
                        <a:buNone/>
                      </a:pPr>
                      <a:r>
                        <a:t/>
                      </a:r>
                      <a:endParaRPr sz="1200">
                        <a:latin typeface="Source Sans Pro"/>
                        <a:ea typeface="Source Sans Pro"/>
                        <a:cs typeface="Source Sans Pro"/>
                        <a:sym typeface="Source Sans Pro"/>
                      </a:endParaRPr>
                    </a:p>
                  </a:txBody>
                  <a:tcPr marT="63500" marB="63500" marR="63500" marL="63500"/>
                </a:tc>
              </a:tr>
              <a:tr h="1368950">
                <a:tc>
                  <a:txBody>
                    <a:bodyPr/>
                    <a:lstStyle/>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1000"/>
                        </a:spcAft>
                        <a:buNone/>
                      </a:pPr>
                      <a:r>
                        <a:t/>
                      </a:r>
                      <a:endParaRPr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1000"/>
                        </a:spcAft>
                        <a:buNone/>
                      </a:pPr>
                      <a:r>
                        <a:t/>
                      </a:r>
                      <a:endParaRPr sz="1200">
                        <a:latin typeface="Source Sans Pro"/>
                        <a:ea typeface="Source Sans Pro"/>
                        <a:cs typeface="Source Sans Pro"/>
                        <a:sym typeface="Source Sans Pro"/>
                      </a:endParaRPr>
                    </a:p>
                  </a:txBody>
                  <a:tcPr marT="63500" marB="63500" marR="63500" marL="6350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56" name="Google Shape;356;p54"/>
          <p:cNvGraphicFramePr/>
          <p:nvPr/>
        </p:nvGraphicFramePr>
        <p:xfrm>
          <a:off x="1743425" y="754875"/>
          <a:ext cx="3000000" cy="3000000"/>
        </p:xfrm>
        <a:graphic>
          <a:graphicData uri="http://schemas.openxmlformats.org/drawingml/2006/table">
            <a:tbl>
              <a:tblPr>
                <a:noFill/>
                <a:tableStyleId>{2A21020C-5779-462F-884D-2363A5FB0013}</a:tableStyleId>
              </a:tblPr>
              <a:tblGrid>
                <a:gridCol w="2047875"/>
                <a:gridCol w="2628900"/>
                <a:gridCol w="2486025"/>
              </a:tblGrid>
              <a:tr h="1684925">
                <a:tc>
                  <a:txBody>
                    <a:bodyPr/>
                    <a:lstStyle/>
                    <a:p>
                      <a:pPr indent="0" lvl="0" marL="0" rtl="0" algn="l">
                        <a:spcBef>
                          <a:spcPts val="0"/>
                        </a:spcBef>
                        <a:spcAft>
                          <a:spcPts val="0"/>
                        </a:spcAft>
                        <a:buNone/>
                      </a:pPr>
                      <a:r>
                        <a:rPr i="1" lang="en" sz="1200">
                          <a:latin typeface="Source Sans Pro"/>
                          <a:ea typeface="Source Sans Pro"/>
                          <a:cs typeface="Source Sans Pro"/>
                          <a:sym typeface="Source Sans Pro"/>
                        </a:rPr>
                        <a:t>Here is your quote: </a:t>
                      </a:r>
                      <a:r>
                        <a:rPr b="1" lang="en" sz="1700">
                          <a:solidFill>
                            <a:schemeClr val="dk1"/>
                          </a:solidFill>
                        </a:rPr>
                        <a:t>Malorie Blackman</a:t>
                      </a:r>
                      <a:endParaRPr b="1" sz="1700">
                        <a:solidFill>
                          <a:schemeClr val="dk1"/>
                        </a:solidFill>
                      </a:endParaRPr>
                    </a:p>
                    <a:p>
                      <a:pPr indent="0" lvl="0" marL="0" rtl="0" algn="l">
                        <a:lnSpc>
                          <a:spcPct val="160000"/>
                        </a:lnSpc>
                        <a:spcBef>
                          <a:spcPts val="1400"/>
                        </a:spcBef>
                        <a:spcAft>
                          <a:spcPts val="1400"/>
                        </a:spcAft>
                        <a:buNone/>
                      </a:pPr>
                      <a:r>
                        <a:rPr lang="en" sz="1100">
                          <a:solidFill>
                            <a:schemeClr val="dk1"/>
                          </a:solidFill>
                          <a:latin typeface="Lora"/>
                          <a:ea typeface="Lora"/>
                          <a:cs typeface="Lora"/>
                          <a:sym typeface="Lora"/>
                        </a:rPr>
                        <a:t>“Reading is an exercise in empathy; an exercise in walking in someone else’s shoes for a while.”</a:t>
                      </a:r>
                      <a:endParaRPr i="1" sz="1200">
                        <a:latin typeface="Source Sans Pro"/>
                        <a:ea typeface="Source Sans Pro"/>
                        <a:cs typeface="Source Sans Pro"/>
                        <a:sym typeface="Source Sans Pro"/>
                      </a:endParaRPr>
                    </a:p>
                  </a:txBody>
                  <a:tcPr marT="63500" marB="63500" marR="63500" marL="63500"/>
                </a:tc>
                <a:tc>
                  <a:txBody>
                    <a:bodyPr/>
                    <a:lstStyle/>
                    <a:p>
                      <a:pPr indent="0" lvl="0" marL="0" rtl="0" algn="l">
                        <a:spcBef>
                          <a:spcPts val="0"/>
                        </a:spcBef>
                        <a:spcAft>
                          <a:spcPts val="1000"/>
                        </a:spcAft>
                        <a:buNone/>
                      </a:pPr>
                      <a:r>
                        <a:rPr lang="en" sz="2400">
                          <a:latin typeface="Source Sans Pro"/>
                          <a:ea typeface="Source Sans Pro"/>
                          <a:cs typeface="Source Sans Pro"/>
                          <a:sym typeface="Source Sans Pro"/>
                        </a:rPr>
                        <a:t> Write 3 columns and follow along as we look at and </a:t>
                      </a:r>
                      <a:r>
                        <a:rPr lang="en" sz="2400">
                          <a:latin typeface="Source Sans Pro"/>
                          <a:ea typeface="Source Sans Pro"/>
                          <a:cs typeface="Source Sans Pro"/>
                          <a:sym typeface="Source Sans Pro"/>
                        </a:rPr>
                        <a:t>analyze</a:t>
                      </a:r>
                      <a:r>
                        <a:rPr lang="en" sz="2400">
                          <a:latin typeface="Source Sans Pro"/>
                          <a:ea typeface="Source Sans Pro"/>
                          <a:cs typeface="Source Sans Pro"/>
                          <a:sym typeface="Source Sans Pro"/>
                        </a:rPr>
                        <a:t> her words. </a:t>
                      </a:r>
                      <a:endParaRPr sz="2400">
                        <a:latin typeface="Source Sans Pro"/>
                        <a:ea typeface="Source Sans Pro"/>
                        <a:cs typeface="Source Sans Pro"/>
                        <a:sym typeface="Source Sans Pro"/>
                      </a:endParaRPr>
                    </a:p>
                  </a:txBody>
                  <a:tcPr marT="63500" marB="63500" marR="63500" marL="63500"/>
                </a:tc>
                <a:tc>
                  <a:txBody>
                    <a:bodyPr/>
                    <a:lstStyle/>
                    <a:p>
                      <a:pPr indent="0" lvl="0" marL="0" rtl="0" algn="l">
                        <a:spcBef>
                          <a:spcPts val="0"/>
                        </a:spcBef>
                        <a:spcAft>
                          <a:spcPts val="0"/>
                        </a:spcAft>
                        <a:buNone/>
                      </a:pPr>
                      <a:r>
                        <a:rPr i="1" lang="en" sz="1200">
                          <a:latin typeface="Source Sans Pro"/>
                          <a:ea typeface="Source Sans Pro"/>
                          <a:cs typeface="Source Sans Pro"/>
                          <a:sym typeface="Source Sans Pro"/>
                        </a:rPr>
                        <a:t>Take 2 minutes to write your response to Literally - then we will discuss</a:t>
                      </a:r>
                      <a:endParaRPr i="1" sz="1200">
                        <a:latin typeface="Source Sans Pro"/>
                        <a:ea typeface="Source Sans Pro"/>
                        <a:cs typeface="Source Sans Pro"/>
                        <a:sym typeface="Source Sans Pro"/>
                      </a:endParaRPr>
                    </a:p>
                    <a:p>
                      <a:pPr indent="0" lvl="0" marL="0" rtl="0" algn="l">
                        <a:spcBef>
                          <a:spcPts val="1000"/>
                        </a:spcBef>
                        <a:spcAft>
                          <a:spcPts val="0"/>
                        </a:spcAft>
                        <a:buNone/>
                      </a:pPr>
                      <a:r>
                        <a:rPr i="1" lang="en" sz="1200">
                          <a:latin typeface="Source Sans Pro"/>
                          <a:ea typeface="Source Sans Pro"/>
                          <a:cs typeface="Source Sans Pro"/>
                          <a:sym typeface="Source Sans Pro"/>
                        </a:rPr>
                        <a:t>Take 2 </a:t>
                      </a:r>
                      <a:r>
                        <a:rPr i="1" lang="en" sz="1200">
                          <a:latin typeface="Source Sans Pro"/>
                          <a:ea typeface="Source Sans Pro"/>
                          <a:cs typeface="Source Sans Pro"/>
                          <a:sym typeface="Source Sans Pro"/>
                        </a:rPr>
                        <a:t>minutes</a:t>
                      </a:r>
                      <a:r>
                        <a:rPr i="1" lang="en" sz="1200">
                          <a:latin typeface="Source Sans Pro"/>
                          <a:ea typeface="Source Sans Pro"/>
                          <a:cs typeface="Source Sans Pro"/>
                          <a:sym typeface="Source Sans Pro"/>
                        </a:rPr>
                        <a:t> to write </a:t>
                      </a:r>
                      <a:r>
                        <a:rPr i="1" lang="en" sz="1200">
                          <a:latin typeface="Source Sans Pro"/>
                          <a:ea typeface="Source Sans Pro"/>
                          <a:cs typeface="Source Sans Pro"/>
                          <a:sym typeface="Source Sans Pro"/>
                        </a:rPr>
                        <a:t>what</a:t>
                      </a:r>
                      <a:r>
                        <a:rPr i="1" lang="en" sz="1200">
                          <a:latin typeface="Source Sans Pro"/>
                          <a:ea typeface="Source Sans Pro"/>
                          <a:cs typeface="Source Sans Pro"/>
                          <a:sym typeface="Source Sans Pro"/>
                        </a:rPr>
                        <a:t> you think it means - then we will discuss</a:t>
                      </a:r>
                      <a:endParaRPr i="1" sz="1200">
                        <a:latin typeface="Source Sans Pro"/>
                        <a:ea typeface="Source Sans Pro"/>
                        <a:cs typeface="Source Sans Pro"/>
                        <a:sym typeface="Source Sans Pro"/>
                      </a:endParaRPr>
                    </a:p>
                    <a:p>
                      <a:pPr indent="0" lvl="0" marL="0" rtl="0" algn="l">
                        <a:spcBef>
                          <a:spcPts val="1000"/>
                        </a:spcBef>
                        <a:spcAft>
                          <a:spcPts val="1000"/>
                        </a:spcAft>
                        <a:buNone/>
                      </a:pPr>
                      <a:r>
                        <a:rPr i="1" lang="en" sz="1200">
                          <a:latin typeface="Source Sans Pro"/>
                          <a:ea typeface="Source Sans Pro"/>
                          <a:cs typeface="Source Sans Pro"/>
                          <a:sym typeface="Source Sans Pro"/>
                        </a:rPr>
                        <a:t>Take 4 minutes to really think about this quote and WHY it is </a:t>
                      </a:r>
                      <a:r>
                        <a:rPr i="1" lang="en" sz="1200">
                          <a:latin typeface="Source Sans Pro"/>
                          <a:ea typeface="Source Sans Pro"/>
                          <a:cs typeface="Source Sans Pro"/>
                          <a:sym typeface="Source Sans Pro"/>
                        </a:rPr>
                        <a:t>important - to reading, to understanding what you are reading, to the enjoyment of what your are reading. </a:t>
                      </a:r>
                      <a:endParaRPr i="1" sz="1200">
                        <a:latin typeface="Source Sans Pro"/>
                        <a:ea typeface="Source Sans Pro"/>
                        <a:cs typeface="Source Sans Pro"/>
                        <a:sym typeface="Source Sans Pro"/>
                      </a:endParaRPr>
                    </a:p>
                  </a:txBody>
                  <a:tcPr marT="63500" marB="63500" marR="63500" marL="63500"/>
                </a:tc>
              </a:tr>
              <a:tr h="1151000">
                <a:tc>
                  <a:txBody>
                    <a:bodyPr/>
                    <a:lstStyle/>
                    <a:p>
                      <a:pPr indent="0" lvl="0" marL="0" rtl="0" algn="l">
                        <a:spcBef>
                          <a:spcPts val="0"/>
                        </a:spcBef>
                        <a:spcAft>
                          <a:spcPts val="0"/>
                        </a:spcAft>
                        <a:buNone/>
                      </a:pPr>
                      <a:r>
                        <a:rPr i="1" lang="en" sz="1200">
                          <a:latin typeface="Source Sans Pro"/>
                          <a:ea typeface="Source Sans Pro"/>
                          <a:cs typeface="Source Sans Pro"/>
                          <a:sym typeface="Source Sans Pro"/>
                        </a:rPr>
                        <a:t>What is it LITERALLY SAYING: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p>
                      <a:pPr indent="0" lvl="0" marL="0" rtl="0" algn="l">
                        <a:spcBef>
                          <a:spcPts val="0"/>
                        </a:spcBef>
                        <a:spcAft>
                          <a:spcPts val="0"/>
                        </a:spcAft>
                        <a:buNone/>
                      </a:pPr>
                      <a:r>
                        <a:t/>
                      </a:r>
                      <a:endParaRPr i="1"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1000"/>
                        </a:spcAft>
                        <a:buNone/>
                      </a:pPr>
                      <a:r>
                        <a:rPr lang="en" sz="1200">
                          <a:latin typeface="Source Sans Pro"/>
                          <a:ea typeface="Source Sans Pro"/>
                          <a:cs typeface="Source Sans Pro"/>
                          <a:sym typeface="Source Sans Pro"/>
                        </a:rPr>
                        <a:t>WHAT DO YOU THINK IT MEANS?</a:t>
                      </a:r>
                      <a:endParaRPr sz="1200">
                        <a:latin typeface="Source Sans Pro"/>
                        <a:ea typeface="Source Sans Pro"/>
                        <a:cs typeface="Source Sans Pro"/>
                        <a:sym typeface="Source Sans Pro"/>
                      </a:endParaRPr>
                    </a:p>
                  </a:txBody>
                  <a:tcPr marT="63500" marB="63500" marR="63500" marL="63500"/>
                </a:tc>
                <a:tc>
                  <a:txBody>
                    <a:bodyPr/>
                    <a:lstStyle/>
                    <a:p>
                      <a:pPr indent="0" lvl="0" marL="457200" rtl="0" algn="l">
                        <a:spcBef>
                          <a:spcPts val="0"/>
                        </a:spcBef>
                        <a:spcAft>
                          <a:spcPts val="0"/>
                        </a:spcAft>
                        <a:buNone/>
                      </a:pPr>
                      <a:r>
                        <a:rPr lang="en" sz="1200">
                          <a:latin typeface="Source Sans Pro"/>
                          <a:ea typeface="Source Sans Pro"/>
                          <a:cs typeface="Source Sans Pro"/>
                          <a:sym typeface="Source Sans Pro"/>
                        </a:rPr>
                        <a:t>WHY is what she said </a:t>
                      </a:r>
                      <a:r>
                        <a:rPr lang="en" sz="1200">
                          <a:latin typeface="Source Sans Pro"/>
                          <a:ea typeface="Source Sans Pro"/>
                          <a:cs typeface="Source Sans Pro"/>
                          <a:sym typeface="Source Sans Pro"/>
                        </a:rPr>
                        <a:t>important</a:t>
                      </a:r>
                      <a:r>
                        <a:rPr lang="en" sz="1200">
                          <a:latin typeface="Source Sans Pro"/>
                          <a:ea typeface="Source Sans Pro"/>
                          <a:cs typeface="Source Sans Pro"/>
                          <a:sym typeface="Source Sans Pro"/>
                        </a:rPr>
                        <a:t> in reading? </a:t>
                      </a:r>
                      <a:endParaRPr sz="1200">
                        <a:latin typeface="Source Sans Pro"/>
                        <a:ea typeface="Source Sans Pro"/>
                        <a:cs typeface="Source Sans Pro"/>
                        <a:sym typeface="Source Sans Pro"/>
                      </a:endParaRPr>
                    </a:p>
                    <a:p>
                      <a:pPr indent="0" lvl="0" marL="457200" rtl="0" algn="l">
                        <a:spcBef>
                          <a:spcPts val="1000"/>
                        </a:spcBef>
                        <a:spcAft>
                          <a:spcPts val="1000"/>
                        </a:spcAft>
                        <a:buNone/>
                      </a:pPr>
                      <a:r>
                        <a:t/>
                      </a:r>
                      <a:endParaRPr sz="1200">
                        <a:latin typeface="Source Sans Pro"/>
                        <a:ea typeface="Source Sans Pro"/>
                        <a:cs typeface="Source Sans Pro"/>
                        <a:sym typeface="Source Sans Pro"/>
                      </a:endParaRPr>
                    </a:p>
                  </a:txBody>
                  <a:tcPr marT="63500" marB="63500" marR="63500" marL="63500"/>
                </a:tc>
              </a:tr>
            </a:tbl>
          </a:graphicData>
        </a:graphic>
      </p:graphicFrame>
      <p:pic>
        <p:nvPicPr>
          <p:cNvPr descr="🔥 Tick… tick… BOOM! The 2 minute timer countdown is ON, and two sizzling fuses are racing toward the most EPIC cookie explosion you’ve ever seen! 💣 Every passing second cranks up the suspense—can you handle the pressure, or will the cookie crumble before your very eyes? 😜🍪&#10;&#10;The challenge: Sit tight, hold your breath, and resist the urge to snack on cookies (unless you’re feeling really bold! 😂). Watch as the final BOOM sends cookie crumbs flying everywhere!&#10;&#10;💬 Comment below if you made it to the end! Like &amp; Subscribe for more explosive fun—because who doesn’t love a good snack attack? BOOM! LET’S DO THIS! 💥🍪&#10;&#10;🚨 SUBSCRIBE&#10;https://www.youtube.com/@TimerTopia?sub_confirmation=1&#10; &#10;&#10;👉 DONATE&#10;https://bit.ly/3pkGmo7&#10;&#10;💬 JOIN US IN THE COMMENTS&#10;WE LIKE TO HAVE FUN!&#10;&#10;&#10;Get the best offline timer at Walmart:&#10;https://www.walmart.com/ip/JOYHILL-Digital-Kitchen-Timer-Magnetic-Timer-with-Large-LED-Display-Screen-3-Volume-Levels-Ideal-for-Cooking-Baking-Teaching-Fitness-Black/3600076033?classType=VARIANT&amp;adsRedirect=true&#10;#timertopia&#10;&#10;Disclaimer: Some links in this description may be affiliate links. If you click and buy something, I may earn a small commission at no extra cost to you. As an Amazon Associate, I earn from qualifying purchases." id="357" name="Google Shape;357;p54" title="2 Minute Timer Bomb [COOKIE] 🍪">
            <a:hlinkClick r:id="rId3"/>
          </p:cNvPr>
          <p:cNvPicPr preferRelativeResize="0"/>
          <p:nvPr/>
        </p:nvPicPr>
        <p:blipFill>
          <a:blip r:embed="rId4">
            <a:alphaModFix/>
          </a:blip>
          <a:stretch>
            <a:fillRect/>
          </a:stretch>
        </p:blipFill>
        <p:spPr>
          <a:xfrm>
            <a:off x="2806900" y="3511600"/>
            <a:ext cx="2289875" cy="1288050"/>
          </a:xfrm>
          <a:prstGeom prst="rect">
            <a:avLst/>
          </a:prstGeom>
          <a:noFill/>
          <a:ln>
            <a:noFill/>
          </a:ln>
        </p:spPr>
      </p:pic>
      <p:pic>
        <p:nvPicPr>
          <p:cNvPr descr="Set a timer for 4 minutes. This 4 minute timer with alarm silently counts down to 00:00 and then alerts you with a gentle alarm sound.&#10;&#10;What Is the 4 Minute Timer?&#10;If you're looking for a timer to help you stay on track with your work, a 4 minute countdown is a great option. You can use it to break up your work time into manageable chunks, and it can also help you avoid getting bogged down with one task for too long.&#10;&#10;How to Set a 4 Minute Timer&#10;There are a few different ways to set a 4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4 Minute Alarm?&#10;This timer is perfect for work or study sessions. It's also great for any activity where you want to be sure to take a break every 4 minutes, such as cooking, laundry, or working out.&#10;&#10;Online Timer - https://timer.onlinealarmkur.com/en/" id="358" name="Google Shape;358;p54" title="4 Minute Timer">
            <a:hlinkClick r:id="rId5"/>
          </p:cNvPr>
          <p:cNvPicPr preferRelativeResize="0"/>
          <p:nvPr/>
        </p:nvPicPr>
        <p:blipFill>
          <a:blip r:embed="rId6">
            <a:alphaModFix/>
          </a:blip>
          <a:stretch>
            <a:fillRect/>
          </a:stretch>
        </p:blipFill>
        <p:spPr>
          <a:xfrm>
            <a:off x="6522525" y="3375170"/>
            <a:ext cx="2289875" cy="12880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5"/>
          <p:cNvSpPr txBox="1"/>
          <p:nvPr>
            <p:ph type="title"/>
          </p:nvPr>
        </p:nvSpPr>
        <p:spPr>
          <a:xfrm>
            <a:off x="287325" y="399788"/>
            <a:ext cx="79602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analyze our thoughts.</a:t>
            </a:r>
            <a:endParaRPr/>
          </a:p>
        </p:txBody>
      </p:sp>
      <p:sp>
        <p:nvSpPr>
          <p:cNvPr id="365" name="Google Shape;365;p55"/>
          <p:cNvSpPr txBox="1"/>
          <p:nvPr>
            <p:ph idx="1" type="subTitle"/>
          </p:nvPr>
        </p:nvSpPr>
        <p:spPr>
          <a:xfrm>
            <a:off x="598725" y="1408700"/>
            <a:ext cx="7960200" cy="106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 and Talk - share </a:t>
            </a:r>
            <a:r>
              <a:rPr lang="en"/>
              <a:t>what</a:t>
            </a:r>
            <a:r>
              <a:rPr lang="en"/>
              <a:t> you said the quote LITERALLY SAID (30 secs)             Did you agree - were your thoughts different? Share with class. </a:t>
            </a:r>
            <a:endParaRPr/>
          </a:p>
          <a:p>
            <a:pPr indent="0" lvl="0" marL="0" rtl="0" algn="l">
              <a:spcBef>
                <a:spcPts val="1200"/>
              </a:spcBef>
              <a:spcAft>
                <a:spcPts val="1200"/>
              </a:spcAft>
              <a:buNone/>
            </a:pPr>
            <a:r>
              <a:t/>
            </a:r>
            <a:endParaRPr/>
          </a:p>
        </p:txBody>
      </p:sp>
      <p:sp>
        <p:nvSpPr>
          <p:cNvPr id="366" name="Google Shape;366;p55"/>
          <p:cNvSpPr txBox="1"/>
          <p:nvPr/>
        </p:nvSpPr>
        <p:spPr>
          <a:xfrm>
            <a:off x="692675" y="2317900"/>
            <a:ext cx="7960200" cy="8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Now Turn &amp; Talk what each thought it meant.  (30 sec. )</a:t>
            </a:r>
            <a:endParaRPr sz="1800">
              <a:solidFill>
                <a:schemeClr val="lt1"/>
              </a:solidFill>
            </a:endParaRPr>
          </a:p>
          <a:p>
            <a:pPr indent="0" lvl="0" marL="0" rtl="0" algn="l">
              <a:spcBef>
                <a:spcPts val="0"/>
              </a:spcBef>
              <a:spcAft>
                <a:spcPts val="0"/>
              </a:spcAft>
              <a:buNone/>
            </a:pPr>
            <a:r>
              <a:rPr lang="en" sz="1800">
                <a:solidFill>
                  <a:schemeClr val="lt1"/>
                </a:solidFill>
              </a:rPr>
              <a:t>Did you agree or not.  Share with Class</a:t>
            </a:r>
            <a:endParaRPr sz="1800">
              <a:solidFill>
                <a:schemeClr val="lt1"/>
              </a:solidFill>
            </a:endParaRPr>
          </a:p>
        </p:txBody>
      </p:sp>
      <p:sp>
        <p:nvSpPr>
          <p:cNvPr id="367" name="Google Shape;367;p55"/>
          <p:cNvSpPr txBox="1"/>
          <p:nvPr/>
        </p:nvSpPr>
        <p:spPr>
          <a:xfrm>
            <a:off x="596225" y="3459125"/>
            <a:ext cx="7811700" cy="8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And now - Why does this matter?  Turn and Talk - ( 60 secs)</a:t>
            </a:r>
            <a:endParaRPr sz="1800">
              <a:solidFill>
                <a:schemeClr val="lt1"/>
              </a:solidFill>
            </a:endParaRPr>
          </a:p>
          <a:p>
            <a:pPr indent="0" lvl="0" marL="0" rtl="0" algn="l">
              <a:spcBef>
                <a:spcPts val="0"/>
              </a:spcBef>
              <a:spcAft>
                <a:spcPts val="0"/>
              </a:spcAft>
              <a:buNone/>
            </a:pPr>
            <a:r>
              <a:rPr lang="en" sz="1800">
                <a:solidFill>
                  <a:schemeClr val="lt1"/>
                </a:solidFill>
              </a:rPr>
              <a:t>  What did each of you think U did you agree with each other?  SHARE</a:t>
            </a:r>
            <a:endParaRPr sz="18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6"/>
          <p:cNvSpPr txBox="1"/>
          <p:nvPr>
            <p:ph type="title"/>
          </p:nvPr>
        </p:nvSpPr>
        <p:spPr>
          <a:xfrm>
            <a:off x="512350" y="1958913"/>
            <a:ext cx="79602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6"/>
          <p:cNvSpPr txBox="1"/>
          <p:nvPr>
            <p:ph idx="1" type="subTitle"/>
          </p:nvPr>
        </p:nvSpPr>
        <p:spPr>
          <a:xfrm>
            <a:off x="512350" y="2790988"/>
            <a:ext cx="7337400" cy="39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57"/>
          <p:cNvSpPr txBox="1"/>
          <p:nvPr>
            <p:ph type="title"/>
          </p:nvPr>
        </p:nvSpPr>
        <p:spPr>
          <a:xfrm>
            <a:off x="178775" y="3449500"/>
            <a:ext cx="8842500" cy="10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12th grade, self-selected research project</a:t>
            </a:r>
            <a:endParaRPr sz="2900"/>
          </a:p>
        </p:txBody>
      </p:sp>
      <p:pic>
        <p:nvPicPr>
          <p:cNvPr id="381" name="Google Shape;381;p57" title="image.png"/>
          <p:cNvPicPr preferRelativeResize="0"/>
          <p:nvPr/>
        </p:nvPicPr>
        <p:blipFill>
          <a:blip r:embed="rId3">
            <a:alphaModFix/>
          </a:blip>
          <a:stretch>
            <a:fillRect/>
          </a:stretch>
        </p:blipFill>
        <p:spPr>
          <a:xfrm>
            <a:off x="152400" y="330300"/>
            <a:ext cx="8839199" cy="29254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8"/>
          <p:cNvSpPr txBox="1"/>
          <p:nvPr>
            <p:ph type="title"/>
          </p:nvPr>
        </p:nvSpPr>
        <p:spPr>
          <a:xfrm>
            <a:off x="178775" y="3449500"/>
            <a:ext cx="8842500" cy="10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11</a:t>
            </a:r>
            <a:r>
              <a:rPr lang="en" sz="2900"/>
              <a:t>th grade, teacher-selected quote from an article</a:t>
            </a:r>
            <a:endParaRPr sz="2900"/>
          </a:p>
        </p:txBody>
      </p:sp>
      <p:pic>
        <p:nvPicPr>
          <p:cNvPr id="388" name="Google Shape;388;p58" title="image (1).png"/>
          <p:cNvPicPr preferRelativeResize="0"/>
          <p:nvPr/>
        </p:nvPicPr>
        <p:blipFill>
          <a:blip r:embed="rId3">
            <a:alphaModFix/>
          </a:blip>
          <a:stretch>
            <a:fillRect/>
          </a:stretch>
        </p:blipFill>
        <p:spPr>
          <a:xfrm>
            <a:off x="501075" y="167050"/>
            <a:ext cx="8141851" cy="342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9"/>
          <p:cNvSpPr txBox="1"/>
          <p:nvPr>
            <p:ph type="title"/>
          </p:nvPr>
        </p:nvSpPr>
        <p:spPr>
          <a:xfrm>
            <a:off x="178775" y="3449500"/>
            <a:ext cx="8842500" cy="10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11th grade, response to </a:t>
            </a:r>
            <a:r>
              <a:rPr i="1" lang="en" sz="2900"/>
              <a:t>The Crucible</a:t>
            </a:r>
            <a:endParaRPr i="1" sz="2900"/>
          </a:p>
        </p:txBody>
      </p:sp>
      <p:pic>
        <p:nvPicPr>
          <p:cNvPr id="395" name="Google Shape;395;p59" title="image (3).png"/>
          <p:cNvPicPr preferRelativeResize="0"/>
          <p:nvPr/>
        </p:nvPicPr>
        <p:blipFill>
          <a:blip r:embed="rId3">
            <a:alphaModFix/>
          </a:blip>
          <a:stretch>
            <a:fillRect/>
          </a:stretch>
        </p:blipFill>
        <p:spPr>
          <a:xfrm>
            <a:off x="180425" y="797150"/>
            <a:ext cx="8839199" cy="22854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60"/>
          <p:cNvSpPr txBox="1"/>
          <p:nvPr>
            <p:ph type="title"/>
          </p:nvPr>
        </p:nvSpPr>
        <p:spPr>
          <a:xfrm>
            <a:off x="150750" y="3420200"/>
            <a:ext cx="8842500" cy="10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9th</a:t>
            </a:r>
            <a:r>
              <a:rPr lang="en" sz="2900"/>
              <a:t> grade , reading intervention, with teacher-created prompts for scaffolding</a:t>
            </a:r>
            <a:endParaRPr i="1" sz="2900"/>
          </a:p>
        </p:txBody>
      </p:sp>
      <p:pic>
        <p:nvPicPr>
          <p:cNvPr id="402" name="Google Shape;402;p60" title="image (5).png"/>
          <p:cNvPicPr preferRelativeResize="0"/>
          <p:nvPr/>
        </p:nvPicPr>
        <p:blipFill>
          <a:blip r:embed="rId3">
            <a:alphaModFix/>
          </a:blip>
          <a:stretch>
            <a:fillRect/>
          </a:stretch>
        </p:blipFill>
        <p:spPr>
          <a:xfrm>
            <a:off x="869700" y="401500"/>
            <a:ext cx="7404612" cy="3115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61">
            <a:hlinkClick r:id="rId3"/>
          </p:cNvPr>
          <p:cNvSpPr/>
          <p:nvPr/>
        </p:nvSpPr>
        <p:spPr>
          <a:xfrm>
            <a:off x="603175" y="1677725"/>
            <a:ext cx="2679900" cy="757500"/>
          </a:xfrm>
          <a:prstGeom prst="rect">
            <a:avLst/>
          </a:prstGeom>
          <a:solidFill>
            <a:srgbClr val="27A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1"/>
          <p:cNvSpPr txBox="1"/>
          <p:nvPr>
            <p:ph idx="4294967295" type="body"/>
          </p:nvPr>
        </p:nvSpPr>
        <p:spPr>
          <a:xfrm>
            <a:off x="512350" y="316900"/>
            <a:ext cx="4951200" cy="1299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3300">
                <a:solidFill>
                  <a:schemeClr val="lt1"/>
                </a:solidFill>
                <a:latin typeface="Constantia"/>
                <a:ea typeface="Constantia"/>
                <a:cs typeface="Constantia"/>
                <a:sym typeface="Constantia"/>
              </a:rPr>
              <a:t>To make a copy of this slideshow,</a:t>
            </a:r>
            <a:endParaRPr>
              <a:solidFill>
                <a:schemeClr val="lt1"/>
              </a:solidFill>
              <a:latin typeface="Calibri"/>
              <a:ea typeface="Calibri"/>
              <a:cs typeface="Calibri"/>
              <a:sym typeface="Calibri"/>
            </a:endParaRPr>
          </a:p>
        </p:txBody>
      </p:sp>
      <p:sp>
        <p:nvSpPr>
          <p:cNvPr id="410" name="Google Shape;410;p61"/>
          <p:cNvSpPr txBox="1"/>
          <p:nvPr>
            <p:ph idx="4294967295" type="body"/>
          </p:nvPr>
        </p:nvSpPr>
        <p:spPr>
          <a:xfrm>
            <a:off x="603175" y="1929198"/>
            <a:ext cx="2679900" cy="3375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100"/>
              <a:buNone/>
            </a:pPr>
            <a:r>
              <a:rPr b="1" lang="en" sz="2500" u="sng">
                <a:solidFill>
                  <a:schemeClr val="hlink"/>
                </a:solidFill>
                <a:hlinkClick r:id="rId4"/>
              </a:rPr>
              <a:t>click here</a:t>
            </a:r>
            <a:endParaRPr b="1" sz="2500">
              <a:solidFill>
                <a:schemeClr val="lt1"/>
              </a:solidFill>
            </a:endParaRPr>
          </a:p>
          <a:p>
            <a:pPr indent="0" lvl="0" marL="0" rtl="0" algn="ctr">
              <a:lnSpc>
                <a:spcPct val="115000"/>
              </a:lnSpc>
              <a:spcBef>
                <a:spcPts val="0"/>
              </a:spcBef>
              <a:spcAft>
                <a:spcPts val="1200"/>
              </a:spcAft>
              <a:buSzPts val="770"/>
              <a:buNone/>
            </a:pPr>
            <a:r>
              <a:t/>
            </a:r>
            <a:endParaRPr b="1" sz="10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