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Constantia"/>
      <p:regular r:id="rId16"/>
      <p:bold r:id="rId17"/>
      <p:italic r:id="rId18"/>
      <p:boldItalic r:id="rId19"/>
    </p:embeddedFont>
    <p:embeddedFont>
      <p:font typeface="Luckiest Guy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uckiestGu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onstantia-bold.fntdata"/><Relationship Id="rId16" Type="http://schemas.openxmlformats.org/officeDocument/2006/relationships/font" Target="fonts/Constantia-regular.fntdata"/><Relationship Id="rId19" Type="http://schemas.openxmlformats.org/officeDocument/2006/relationships/font" Target="fonts/Constantia-boldItalic.fntdata"/><Relationship Id="rId18" Type="http://schemas.openxmlformats.org/officeDocument/2006/relationships/font" Target="fonts/Constanti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d7b592998_2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d7b592998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d7b59299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d7b5929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d7b59299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bd7b5929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d7b5929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d7b5929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d7b59299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d7b59299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d7b59299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bd7b5929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d7b59299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d7b59299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d7b59299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bd7b59299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en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391025"/>
            <a:ext cx="1407775" cy="7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type="title"/>
          </p:nvPr>
        </p:nvSpPr>
        <p:spPr>
          <a:xfrm>
            <a:off x="512350" y="1781100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512350" y="2523000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512350" y="4054050"/>
            <a:ext cx="23967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body"/>
          </p:nvPr>
        </p:nvSpPr>
        <p:spPr>
          <a:xfrm>
            <a:off x="3138450" y="4054050"/>
            <a:ext cx="28671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pink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391025"/>
            <a:ext cx="1407775" cy="7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512350" y="1781100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512350" y="2523000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512350" y="4054050"/>
            <a:ext cx="23967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3" type="body"/>
          </p:nvPr>
        </p:nvSpPr>
        <p:spPr>
          <a:xfrm>
            <a:off x="3138450" y="4054050"/>
            <a:ext cx="28671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blu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391025"/>
            <a:ext cx="1407775" cy="7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>
            <p:ph type="title"/>
          </p:nvPr>
        </p:nvSpPr>
        <p:spPr>
          <a:xfrm>
            <a:off x="512350" y="1781100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512350" y="2523000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512350" y="4054050"/>
            <a:ext cx="23967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3138450" y="4054050"/>
            <a:ext cx="28671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yellow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391025"/>
            <a:ext cx="1407775" cy="7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>
            <p:ph type="title"/>
          </p:nvPr>
        </p:nvSpPr>
        <p:spPr>
          <a:xfrm>
            <a:off x="512350" y="1781100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512350" y="2523000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512350" y="4054050"/>
            <a:ext cx="23967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7"/>
          <p:cNvSpPr txBox="1"/>
          <p:nvPr>
            <p:ph idx="3" type="body"/>
          </p:nvPr>
        </p:nvSpPr>
        <p:spPr>
          <a:xfrm>
            <a:off x="3138450" y="4054050"/>
            <a:ext cx="28671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purple">
  <p:cSld name="TITLE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391025"/>
            <a:ext cx="1407775" cy="7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>
            <p:ph type="title"/>
          </p:nvPr>
        </p:nvSpPr>
        <p:spPr>
          <a:xfrm>
            <a:off x="512350" y="1781100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512350" y="2523000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512350" y="4054050"/>
            <a:ext cx="23967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3" type="body"/>
          </p:nvPr>
        </p:nvSpPr>
        <p:spPr>
          <a:xfrm>
            <a:off x="3138450" y="4054050"/>
            <a:ext cx="2867100" cy="29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green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4130847"/>
            <a:ext cx="1171000" cy="6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512350" y="1087825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2" type="body"/>
          </p:nvPr>
        </p:nvSpPr>
        <p:spPr>
          <a:xfrm>
            <a:off x="1597950" y="2102675"/>
            <a:ext cx="23967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pink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4130847"/>
            <a:ext cx="1171000" cy="6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>
            <a:off x="512350" y="1087825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2" type="body"/>
          </p:nvPr>
        </p:nvSpPr>
        <p:spPr>
          <a:xfrm>
            <a:off x="1597950" y="2102675"/>
            <a:ext cx="51486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blue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4130847"/>
            <a:ext cx="1171000" cy="6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1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subTitle"/>
          </p:nvPr>
        </p:nvSpPr>
        <p:spPr>
          <a:xfrm>
            <a:off x="512350" y="1087825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1597950" y="2102675"/>
            <a:ext cx="23967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yellow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4130847"/>
            <a:ext cx="1171000" cy="6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subTitle"/>
          </p:nvPr>
        </p:nvSpPr>
        <p:spPr>
          <a:xfrm>
            <a:off x="512350" y="1087825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1597950" y="2102675"/>
            <a:ext cx="23967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purple">
  <p:cSld name="SECTION_HEADER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50" y="4130847"/>
            <a:ext cx="1171000" cy="6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3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" type="subTitle"/>
          </p:nvPr>
        </p:nvSpPr>
        <p:spPr>
          <a:xfrm>
            <a:off x="512350" y="1087825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2" type="body"/>
          </p:nvPr>
        </p:nvSpPr>
        <p:spPr>
          <a:xfrm>
            <a:off x="1597950" y="2102675"/>
            <a:ext cx="23967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green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4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blue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5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pink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purple">
  <p:cSld name="TITLE_AND_BOD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yellow">
  <p:cSld name="TITLE_AND_BOD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box and image green">
  <p:cSld name="TITLE_AND_BOD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9"/>
          <p:cNvSpPr/>
          <p:nvPr/>
        </p:nvSpPr>
        <p:spPr>
          <a:xfrm>
            <a:off x="597875" y="484725"/>
            <a:ext cx="2944500" cy="3688800"/>
          </a:xfrm>
          <a:prstGeom prst="rect">
            <a:avLst/>
          </a:prstGeom>
          <a:solidFill>
            <a:srgbClr val="33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921875" y="1100475"/>
            <a:ext cx="2296500" cy="24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box and image blue">
  <p:cSld name="TITLE_AND_BODY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0"/>
          <p:cNvSpPr/>
          <p:nvPr/>
        </p:nvSpPr>
        <p:spPr>
          <a:xfrm>
            <a:off x="597875" y="484725"/>
            <a:ext cx="2944500" cy="3688800"/>
          </a:xfrm>
          <a:prstGeom prst="rect">
            <a:avLst/>
          </a:prstGeom>
          <a:solidFill>
            <a:srgbClr val="33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0"/>
          <p:cNvSpPr txBox="1"/>
          <p:nvPr>
            <p:ph idx="1" type="body"/>
          </p:nvPr>
        </p:nvSpPr>
        <p:spPr>
          <a:xfrm>
            <a:off x="921875" y="1100475"/>
            <a:ext cx="2296500" cy="24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box and image pink">
  <p:cSld name="TITLE_AND_BODY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1"/>
          <p:cNvSpPr/>
          <p:nvPr/>
        </p:nvSpPr>
        <p:spPr>
          <a:xfrm>
            <a:off x="597875" y="484725"/>
            <a:ext cx="2944500" cy="3688800"/>
          </a:xfrm>
          <a:prstGeom prst="rect">
            <a:avLst/>
          </a:prstGeom>
          <a:solidFill>
            <a:srgbClr val="33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921875" y="1100475"/>
            <a:ext cx="2296500" cy="24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box and image purple">
  <p:cSld name="TITLE_AND_BOD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2"/>
          <p:cNvSpPr/>
          <p:nvPr/>
        </p:nvSpPr>
        <p:spPr>
          <a:xfrm>
            <a:off x="597875" y="484725"/>
            <a:ext cx="2944500" cy="3688800"/>
          </a:xfrm>
          <a:prstGeom prst="rect">
            <a:avLst/>
          </a:prstGeom>
          <a:solidFill>
            <a:srgbClr val="33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921875" y="1100475"/>
            <a:ext cx="2296500" cy="24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box and image yellow">
  <p:cSld name="TITLE_AND_BODY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6" name="Google Shape;1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3"/>
          <p:cNvSpPr/>
          <p:nvPr/>
        </p:nvSpPr>
        <p:spPr>
          <a:xfrm>
            <a:off x="597875" y="484725"/>
            <a:ext cx="2944500" cy="3688800"/>
          </a:xfrm>
          <a:prstGeom prst="rect">
            <a:avLst/>
          </a:prstGeom>
          <a:solidFill>
            <a:srgbClr val="333B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921875" y="1100475"/>
            <a:ext cx="2296500" cy="24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○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■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images green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4"/>
          <p:cNvSpPr txBox="1"/>
          <p:nvPr>
            <p:ph idx="1" type="body"/>
          </p:nvPr>
        </p:nvSpPr>
        <p:spPr>
          <a:xfrm>
            <a:off x="1474913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4"/>
          <p:cNvSpPr txBox="1"/>
          <p:nvPr>
            <p:ph idx="2" type="body"/>
          </p:nvPr>
        </p:nvSpPr>
        <p:spPr>
          <a:xfrm>
            <a:off x="5037188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63" name="Google Shape;1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4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images blue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35"/>
          <p:cNvSpPr txBox="1"/>
          <p:nvPr>
            <p:ph idx="1" type="body"/>
          </p:nvPr>
        </p:nvSpPr>
        <p:spPr>
          <a:xfrm>
            <a:off x="1474913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5"/>
          <p:cNvSpPr txBox="1"/>
          <p:nvPr>
            <p:ph idx="2" type="body"/>
          </p:nvPr>
        </p:nvSpPr>
        <p:spPr>
          <a:xfrm>
            <a:off x="5037188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69" name="Google Shape;1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images pink">
  <p:cSld name="TITLE_AND_TWO_COLUMNS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6"/>
          <p:cNvSpPr txBox="1"/>
          <p:nvPr>
            <p:ph idx="1" type="body"/>
          </p:nvPr>
        </p:nvSpPr>
        <p:spPr>
          <a:xfrm>
            <a:off x="1474913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6"/>
          <p:cNvSpPr txBox="1"/>
          <p:nvPr>
            <p:ph idx="2" type="body"/>
          </p:nvPr>
        </p:nvSpPr>
        <p:spPr>
          <a:xfrm>
            <a:off x="5037188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75" name="Google Shape;1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6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images purple">
  <p:cSld name="TITLE_AND_TWO_COLUMNS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37"/>
          <p:cNvSpPr txBox="1"/>
          <p:nvPr>
            <p:ph idx="1" type="body"/>
          </p:nvPr>
        </p:nvSpPr>
        <p:spPr>
          <a:xfrm>
            <a:off x="1474913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7"/>
          <p:cNvSpPr txBox="1"/>
          <p:nvPr>
            <p:ph idx="2" type="body"/>
          </p:nvPr>
        </p:nvSpPr>
        <p:spPr>
          <a:xfrm>
            <a:off x="5037188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81" name="Google Shape;1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7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images yellow">
  <p:cSld name="TITLE_AND_TWO_COLUMNS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8"/>
          <p:cNvSpPr txBox="1"/>
          <p:nvPr>
            <p:ph idx="1" type="body"/>
          </p:nvPr>
        </p:nvSpPr>
        <p:spPr>
          <a:xfrm>
            <a:off x="1474913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38"/>
          <p:cNvSpPr txBox="1"/>
          <p:nvPr>
            <p:ph idx="2" type="body"/>
          </p:nvPr>
        </p:nvSpPr>
        <p:spPr>
          <a:xfrm>
            <a:off x="5037188" y="3837325"/>
            <a:ext cx="26319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87" name="Google Shape;1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8"/>
          <p:cNvSpPr txBox="1"/>
          <p:nvPr>
            <p:ph type="title"/>
          </p:nvPr>
        </p:nvSpPr>
        <p:spPr>
          <a:xfrm>
            <a:off x="512350" y="345925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subtitle green">
  <p:cSld name="TITLE_AND_TWO_COLUMNS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1" name="Google Shape;19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9"/>
          <p:cNvSpPr txBox="1"/>
          <p:nvPr>
            <p:ph type="title"/>
          </p:nvPr>
        </p:nvSpPr>
        <p:spPr>
          <a:xfrm>
            <a:off x="512350" y="1958913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39"/>
          <p:cNvSpPr txBox="1"/>
          <p:nvPr>
            <p:ph idx="1" type="subTitle"/>
          </p:nvPr>
        </p:nvSpPr>
        <p:spPr>
          <a:xfrm>
            <a:off x="512350" y="2790988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subtitle blue">
  <p:cSld name="TITLE_AND_TWO_COLUMNS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0"/>
          <p:cNvSpPr txBox="1"/>
          <p:nvPr>
            <p:ph type="title"/>
          </p:nvPr>
        </p:nvSpPr>
        <p:spPr>
          <a:xfrm>
            <a:off x="512350" y="1958913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40"/>
          <p:cNvSpPr txBox="1"/>
          <p:nvPr>
            <p:ph idx="1" type="subTitle"/>
          </p:nvPr>
        </p:nvSpPr>
        <p:spPr>
          <a:xfrm>
            <a:off x="512350" y="2790988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subtitle pink">
  <p:cSld name="TITLE_AND_TWO_COLUMNS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1" name="Google Shape;20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1"/>
          <p:cNvSpPr txBox="1"/>
          <p:nvPr>
            <p:ph type="title"/>
          </p:nvPr>
        </p:nvSpPr>
        <p:spPr>
          <a:xfrm>
            <a:off x="512350" y="1958913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41"/>
          <p:cNvSpPr txBox="1"/>
          <p:nvPr>
            <p:ph idx="1" type="subTitle"/>
          </p:nvPr>
        </p:nvSpPr>
        <p:spPr>
          <a:xfrm>
            <a:off x="512350" y="2790988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subtitle purple">
  <p:cSld name="TITLE_AND_TWO_COLUMNS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2"/>
          <p:cNvSpPr txBox="1"/>
          <p:nvPr>
            <p:ph type="title"/>
          </p:nvPr>
        </p:nvSpPr>
        <p:spPr>
          <a:xfrm>
            <a:off x="512350" y="1958913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" name="Google Shape;208;p42"/>
          <p:cNvSpPr txBox="1"/>
          <p:nvPr>
            <p:ph idx="1" type="subTitle"/>
          </p:nvPr>
        </p:nvSpPr>
        <p:spPr>
          <a:xfrm>
            <a:off x="512350" y="2790988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subtitle yellow">
  <p:cSld name="TITLE_AND_TWO_COLUMNS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3"/>
          <p:cNvSpPr txBox="1"/>
          <p:nvPr>
            <p:ph type="title"/>
          </p:nvPr>
        </p:nvSpPr>
        <p:spPr>
          <a:xfrm>
            <a:off x="512350" y="1958913"/>
            <a:ext cx="7960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tantia"/>
              <a:buNone/>
              <a:defRPr b="1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" name="Google Shape;213;p43"/>
          <p:cNvSpPr txBox="1"/>
          <p:nvPr>
            <p:ph idx="1" type="subTitle"/>
          </p:nvPr>
        </p:nvSpPr>
        <p:spPr>
          <a:xfrm>
            <a:off x="512350" y="2790988"/>
            <a:ext cx="7337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title and subtitle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44"/>
          <p:cNvSpPr txBox="1"/>
          <p:nvPr>
            <p:ph idx="1" type="subTitle"/>
          </p:nvPr>
        </p:nvSpPr>
        <p:spPr>
          <a:xfrm>
            <a:off x="3419400" y="1730659"/>
            <a:ext cx="2305200" cy="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44"/>
          <p:cNvSpPr txBox="1"/>
          <p:nvPr>
            <p:ph idx="2" type="body"/>
          </p:nvPr>
        </p:nvSpPr>
        <p:spPr>
          <a:xfrm>
            <a:off x="3527700" y="2619677"/>
            <a:ext cx="2088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18" name="Google Shape;2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4 points">
  <p:cSld name="ONE_COLUMN_TEXT">
    <p:bg>
      <p:bgPr>
        <a:solidFill>
          <a:srgbClr val="333B4E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5"/>
          <p:cNvSpPr/>
          <p:nvPr/>
        </p:nvSpPr>
        <p:spPr>
          <a:xfrm>
            <a:off x="5779650" y="2788500"/>
            <a:ext cx="1941900" cy="1941900"/>
          </a:xfrm>
          <a:prstGeom prst="rect">
            <a:avLst/>
          </a:prstGeom>
          <a:solidFill>
            <a:srgbClr val="945A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5"/>
          <p:cNvSpPr/>
          <p:nvPr/>
        </p:nvSpPr>
        <p:spPr>
          <a:xfrm>
            <a:off x="4161775" y="1190600"/>
            <a:ext cx="1941900" cy="1941900"/>
          </a:xfrm>
          <a:prstGeom prst="rect">
            <a:avLst/>
          </a:prstGeom>
          <a:solidFill>
            <a:srgbClr val="27AA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5"/>
          <p:cNvSpPr/>
          <p:nvPr/>
        </p:nvSpPr>
        <p:spPr>
          <a:xfrm>
            <a:off x="1965400" y="2561750"/>
            <a:ext cx="1941900" cy="1941900"/>
          </a:xfrm>
          <a:prstGeom prst="rect">
            <a:avLst/>
          </a:prstGeom>
          <a:solidFill>
            <a:srgbClr val="EE39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5"/>
          <p:cNvSpPr/>
          <p:nvPr/>
        </p:nvSpPr>
        <p:spPr>
          <a:xfrm>
            <a:off x="6530550" y="562800"/>
            <a:ext cx="1941900" cy="1941900"/>
          </a:xfrm>
          <a:prstGeom prst="rect">
            <a:avLst/>
          </a:prstGeom>
          <a:solidFill>
            <a:srgbClr val="24A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5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" name="Google Shape;226;p45"/>
          <p:cNvSpPr txBox="1"/>
          <p:nvPr>
            <p:ph idx="1" type="subTitle"/>
          </p:nvPr>
        </p:nvSpPr>
        <p:spPr>
          <a:xfrm>
            <a:off x="2190250" y="2874350"/>
            <a:ext cx="14922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2" type="subTitle"/>
          </p:nvPr>
        </p:nvSpPr>
        <p:spPr>
          <a:xfrm>
            <a:off x="4386625" y="1503200"/>
            <a:ext cx="14922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3" type="subTitle"/>
          </p:nvPr>
        </p:nvSpPr>
        <p:spPr>
          <a:xfrm>
            <a:off x="6004500" y="3101100"/>
            <a:ext cx="14922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4" type="subTitle"/>
          </p:nvPr>
        </p:nvSpPr>
        <p:spPr>
          <a:xfrm>
            <a:off x="6755400" y="875400"/>
            <a:ext cx="14922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30" name="Google Shape;23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3 points">
  <p:cSld name="ONE_COLUMN_TEXT_2">
    <p:bg>
      <p:bgPr>
        <a:solidFill>
          <a:srgbClr val="333B4E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6"/>
          <p:cNvSpPr/>
          <p:nvPr/>
        </p:nvSpPr>
        <p:spPr>
          <a:xfrm>
            <a:off x="5779650" y="2788500"/>
            <a:ext cx="1941900" cy="1941900"/>
          </a:xfrm>
          <a:prstGeom prst="rect">
            <a:avLst/>
          </a:prstGeom>
          <a:solidFill>
            <a:srgbClr val="945A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6"/>
          <p:cNvSpPr/>
          <p:nvPr/>
        </p:nvSpPr>
        <p:spPr>
          <a:xfrm>
            <a:off x="4161775" y="1190600"/>
            <a:ext cx="1941900" cy="1941900"/>
          </a:xfrm>
          <a:prstGeom prst="rect">
            <a:avLst/>
          </a:prstGeom>
          <a:solidFill>
            <a:srgbClr val="27AA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6"/>
          <p:cNvSpPr/>
          <p:nvPr/>
        </p:nvSpPr>
        <p:spPr>
          <a:xfrm>
            <a:off x="6530550" y="562800"/>
            <a:ext cx="1941900" cy="1941900"/>
          </a:xfrm>
          <a:prstGeom prst="rect">
            <a:avLst/>
          </a:prstGeom>
          <a:solidFill>
            <a:srgbClr val="24A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6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46"/>
          <p:cNvSpPr txBox="1"/>
          <p:nvPr>
            <p:ph idx="1" type="subTitle"/>
          </p:nvPr>
        </p:nvSpPr>
        <p:spPr>
          <a:xfrm>
            <a:off x="4386625" y="1503200"/>
            <a:ext cx="14922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46"/>
          <p:cNvSpPr txBox="1"/>
          <p:nvPr>
            <p:ph idx="2" type="subTitle"/>
          </p:nvPr>
        </p:nvSpPr>
        <p:spPr>
          <a:xfrm>
            <a:off x="6004500" y="3101100"/>
            <a:ext cx="14922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p46"/>
          <p:cNvSpPr txBox="1"/>
          <p:nvPr>
            <p:ph idx="3" type="subTitle"/>
          </p:nvPr>
        </p:nvSpPr>
        <p:spPr>
          <a:xfrm>
            <a:off x="6755400" y="875400"/>
            <a:ext cx="1492200" cy="13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0" name="Google Shape;240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3 points plus additional text">
  <p:cSld name="ONE_COLUMN_TEXT_1">
    <p:bg>
      <p:bgPr>
        <a:solidFill>
          <a:srgbClr val="333B4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6660" y="446095"/>
            <a:ext cx="2095133" cy="209512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47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" name="Google Shape;245;p47"/>
          <p:cNvSpPr txBox="1"/>
          <p:nvPr>
            <p:ph idx="1" type="subTitle"/>
          </p:nvPr>
        </p:nvSpPr>
        <p:spPr>
          <a:xfrm>
            <a:off x="5088122" y="1145813"/>
            <a:ext cx="1192200" cy="6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6" name="Google Shape;24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4616" y="444612"/>
            <a:ext cx="2098120" cy="2098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2934" y="2600788"/>
            <a:ext cx="2098120" cy="209811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7"/>
          <p:cNvSpPr txBox="1"/>
          <p:nvPr>
            <p:ph idx="2" type="body"/>
          </p:nvPr>
        </p:nvSpPr>
        <p:spPr>
          <a:xfrm>
            <a:off x="512350" y="2537900"/>
            <a:ext cx="2631900" cy="20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9" name="Google Shape;24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7"/>
          <p:cNvSpPr txBox="1"/>
          <p:nvPr>
            <p:ph idx="3" type="subTitle"/>
          </p:nvPr>
        </p:nvSpPr>
        <p:spPr>
          <a:xfrm>
            <a:off x="7337572" y="1145813"/>
            <a:ext cx="1192200" cy="6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51" name="Google Shape;251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88731" y="2602298"/>
            <a:ext cx="2095133" cy="209512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7"/>
          <p:cNvSpPr txBox="1"/>
          <p:nvPr>
            <p:ph idx="4" type="subTitle"/>
          </p:nvPr>
        </p:nvSpPr>
        <p:spPr>
          <a:xfrm>
            <a:off x="6340210" y="3302013"/>
            <a:ext cx="1192200" cy="6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3" name="Google Shape;253;p47"/>
          <p:cNvSpPr txBox="1"/>
          <p:nvPr>
            <p:ph idx="5" type="subTitle"/>
          </p:nvPr>
        </p:nvSpPr>
        <p:spPr>
          <a:xfrm>
            <a:off x="3975897" y="3302013"/>
            <a:ext cx="1192200" cy="6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4 points plus additional text 1">
  <p:cSld name="ONE_COLUMN_TEXT_1_3">
    <p:bg>
      <p:bgPr>
        <a:solidFill>
          <a:srgbClr val="333B4E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7962" y="2172199"/>
            <a:ext cx="2008079" cy="200807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48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8" name="Google Shape;258;p48"/>
          <p:cNvSpPr txBox="1"/>
          <p:nvPr>
            <p:ph idx="1" type="subTitle"/>
          </p:nvPr>
        </p:nvSpPr>
        <p:spPr>
          <a:xfrm>
            <a:off x="3975897" y="2828400"/>
            <a:ext cx="1192200" cy="6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59" name="Google Shape;2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104" y="459088"/>
            <a:ext cx="2010942" cy="2010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4457" y="2673473"/>
            <a:ext cx="2010942" cy="201093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8"/>
          <p:cNvSpPr txBox="1"/>
          <p:nvPr>
            <p:ph idx="2" type="subTitle"/>
          </p:nvPr>
        </p:nvSpPr>
        <p:spPr>
          <a:xfrm>
            <a:off x="5577485" y="1116713"/>
            <a:ext cx="1192200" cy="6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2" name="Google Shape;262;p48"/>
          <p:cNvSpPr txBox="1"/>
          <p:nvPr>
            <p:ph idx="3" type="subTitle"/>
          </p:nvPr>
        </p:nvSpPr>
        <p:spPr>
          <a:xfrm>
            <a:off x="7143835" y="3331088"/>
            <a:ext cx="1192200" cy="6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3" name="Google Shape;263;p48"/>
          <p:cNvSpPr txBox="1"/>
          <p:nvPr>
            <p:ph idx="4" type="body"/>
          </p:nvPr>
        </p:nvSpPr>
        <p:spPr>
          <a:xfrm>
            <a:off x="512350" y="2537900"/>
            <a:ext cx="2631900" cy="20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64" name="Google Shape;26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large image">
  <p:cSld name="ONE_COLUMN_TEXT_1_2">
    <p:bg>
      <p:bgPr>
        <a:solidFill>
          <a:srgbClr val="333B4E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49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8" name="Google Shape;268;p49"/>
          <p:cNvSpPr txBox="1"/>
          <p:nvPr>
            <p:ph idx="1" type="body"/>
          </p:nvPr>
        </p:nvSpPr>
        <p:spPr>
          <a:xfrm>
            <a:off x="512350" y="2537900"/>
            <a:ext cx="2631900" cy="20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69" name="Google Shape;26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image">
  <p:cSld name="ONE_COLUMN_TEXT_1_2_1">
    <p:bg>
      <p:bgPr>
        <a:solidFill>
          <a:srgbClr val="333B4E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0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50"/>
          <p:cNvSpPr txBox="1"/>
          <p:nvPr>
            <p:ph idx="1" type="body"/>
          </p:nvPr>
        </p:nvSpPr>
        <p:spPr>
          <a:xfrm>
            <a:off x="512350" y="3424750"/>
            <a:ext cx="3273600" cy="1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4" name="Google Shape;274;p50"/>
          <p:cNvSpPr/>
          <p:nvPr/>
        </p:nvSpPr>
        <p:spPr>
          <a:xfrm>
            <a:off x="5726800" y="1884450"/>
            <a:ext cx="2716800" cy="2716800"/>
          </a:xfrm>
          <a:prstGeom prst="rect">
            <a:avLst/>
          </a:prstGeom>
          <a:solidFill>
            <a:srgbClr val="945A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0"/>
          <p:cNvSpPr/>
          <p:nvPr/>
        </p:nvSpPr>
        <p:spPr>
          <a:xfrm>
            <a:off x="5974575" y="542250"/>
            <a:ext cx="2716800" cy="2716800"/>
          </a:xfrm>
          <a:prstGeom prst="rect">
            <a:avLst/>
          </a:prstGeom>
          <a:solidFill>
            <a:srgbClr val="24A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0"/>
          <p:cNvSpPr txBox="1"/>
          <p:nvPr>
            <p:ph idx="2" type="subTitle"/>
          </p:nvPr>
        </p:nvSpPr>
        <p:spPr>
          <a:xfrm>
            <a:off x="512350" y="2517150"/>
            <a:ext cx="32736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77" name="Google Shape;277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image">
  <p:cSld name="ONE_COLUMN_TEXT_1_2_1_1">
    <p:bg>
      <p:bgPr>
        <a:solidFill>
          <a:srgbClr val="333B4E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51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1" name="Google Shape;281;p51"/>
          <p:cNvSpPr txBox="1"/>
          <p:nvPr>
            <p:ph idx="1" type="body"/>
          </p:nvPr>
        </p:nvSpPr>
        <p:spPr>
          <a:xfrm>
            <a:off x="512350" y="3424750"/>
            <a:ext cx="3273600" cy="1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2" name="Google Shape;282;p51"/>
          <p:cNvSpPr/>
          <p:nvPr/>
        </p:nvSpPr>
        <p:spPr>
          <a:xfrm>
            <a:off x="5726800" y="1884450"/>
            <a:ext cx="2716800" cy="2716800"/>
          </a:xfrm>
          <a:prstGeom prst="rect">
            <a:avLst/>
          </a:prstGeom>
          <a:solidFill>
            <a:srgbClr val="27AA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51"/>
          <p:cNvSpPr/>
          <p:nvPr/>
        </p:nvSpPr>
        <p:spPr>
          <a:xfrm>
            <a:off x="5974575" y="542250"/>
            <a:ext cx="2716800" cy="2716800"/>
          </a:xfrm>
          <a:prstGeom prst="rect">
            <a:avLst/>
          </a:prstGeom>
          <a:solidFill>
            <a:srgbClr val="EE39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1"/>
          <p:cNvSpPr txBox="1"/>
          <p:nvPr>
            <p:ph idx="2" type="subTitle"/>
          </p:nvPr>
        </p:nvSpPr>
        <p:spPr>
          <a:xfrm>
            <a:off x="512350" y="2517150"/>
            <a:ext cx="32736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85" name="Google Shape;285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image">
  <p:cSld name="ONE_COLUMN_TEXT_1_2_1_1_1">
    <p:bg>
      <p:bgPr>
        <a:solidFill>
          <a:srgbClr val="333B4E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52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" name="Google Shape;289;p52"/>
          <p:cNvSpPr txBox="1"/>
          <p:nvPr>
            <p:ph idx="1" type="body"/>
          </p:nvPr>
        </p:nvSpPr>
        <p:spPr>
          <a:xfrm>
            <a:off x="512350" y="3424750"/>
            <a:ext cx="3273600" cy="1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52"/>
          <p:cNvSpPr/>
          <p:nvPr/>
        </p:nvSpPr>
        <p:spPr>
          <a:xfrm>
            <a:off x="5726800" y="1884450"/>
            <a:ext cx="2716800" cy="2716800"/>
          </a:xfrm>
          <a:prstGeom prst="rect">
            <a:avLst/>
          </a:prstGeom>
          <a:solidFill>
            <a:srgbClr val="24A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52"/>
          <p:cNvSpPr/>
          <p:nvPr/>
        </p:nvSpPr>
        <p:spPr>
          <a:xfrm>
            <a:off x="5974575" y="542250"/>
            <a:ext cx="2716800" cy="2716800"/>
          </a:xfrm>
          <a:prstGeom prst="rect">
            <a:avLst/>
          </a:prstGeom>
          <a:solidFill>
            <a:srgbClr val="EFC3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52"/>
          <p:cNvSpPr txBox="1"/>
          <p:nvPr>
            <p:ph idx="2" type="subTitle"/>
          </p:nvPr>
        </p:nvSpPr>
        <p:spPr>
          <a:xfrm>
            <a:off x="512350" y="2517150"/>
            <a:ext cx="32736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93" name="Google Shape;293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bullets">
  <p:cSld name="ONE_COLUMN_TEXT_1_1">
    <p:bg>
      <p:bgPr>
        <a:solidFill>
          <a:srgbClr val="333B4E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3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7" name="Google Shape;297;p53"/>
          <p:cNvSpPr txBox="1"/>
          <p:nvPr>
            <p:ph idx="1" type="body"/>
          </p:nvPr>
        </p:nvSpPr>
        <p:spPr>
          <a:xfrm>
            <a:off x="512350" y="2537900"/>
            <a:ext cx="2631900" cy="20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●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8" name="Google Shape;298;p53"/>
          <p:cNvSpPr txBox="1"/>
          <p:nvPr>
            <p:ph idx="2" type="body"/>
          </p:nvPr>
        </p:nvSpPr>
        <p:spPr>
          <a:xfrm>
            <a:off x="4478925" y="955800"/>
            <a:ext cx="4122600" cy="32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○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■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○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■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○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■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99" name="Google Shape;299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and image">
  <p:cSld name="ONE_COLUMN_TEXT_1_1_1">
    <p:bg>
      <p:bgPr>
        <a:solidFill>
          <a:srgbClr val="333B4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4"/>
          <p:cNvSpPr/>
          <p:nvPr/>
        </p:nvSpPr>
        <p:spPr>
          <a:xfrm>
            <a:off x="6570175" y="150"/>
            <a:ext cx="2573700" cy="5143500"/>
          </a:xfrm>
          <a:prstGeom prst="rect">
            <a:avLst/>
          </a:prstGeom>
          <a:solidFill>
            <a:srgbClr val="24AE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54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4" name="Google Shape;304;p54"/>
          <p:cNvSpPr txBox="1"/>
          <p:nvPr>
            <p:ph idx="1" type="body"/>
          </p:nvPr>
        </p:nvSpPr>
        <p:spPr>
          <a:xfrm>
            <a:off x="512350" y="2514575"/>
            <a:ext cx="4122600" cy="16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05" name="Google Shape;30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and image">
  <p:cSld name="ONE_COLUMN_TEXT_1_1_1_1">
    <p:bg>
      <p:bgPr>
        <a:solidFill>
          <a:srgbClr val="333B4E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5"/>
          <p:cNvSpPr/>
          <p:nvPr/>
        </p:nvSpPr>
        <p:spPr>
          <a:xfrm>
            <a:off x="6570175" y="150"/>
            <a:ext cx="2573700" cy="5143500"/>
          </a:xfrm>
          <a:prstGeom prst="rect">
            <a:avLst/>
          </a:prstGeom>
          <a:solidFill>
            <a:srgbClr val="27AA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55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10" name="Google Shape;3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5"/>
          <p:cNvSpPr txBox="1"/>
          <p:nvPr>
            <p:ph idx="1" type="body"/>
          </p:nvPr>
        </p:nvSpPr>
        <p:spPr>
          <a:xfrm>
            <a:off x="512350" y="2514575"/>
            <a:ext cx="4122600" cy="16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and image">
  <p:cSld name="ONE_COLUMN_TEXT_1_1_1_1_1">
    <p:bg>
      <p:bgPr>
        <a:solidFill>
          <a:srgbClr val="333B4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6"/>
          <p:cNvSpPr/>
          <p:nvPr/>
        </p:nvSpPr>
        <p:spPr>
          <a:xfrm>
            <a:off x="6570175" y="150"/>
            <a:ext cx="2573700" cy="5143500"/>
          </a:xfrm>
          <a:prstGeom prst="rect">
            <a:avLst/>
          </a:prstGeom>
          <a:solidFill>
            <a:srgbClr val="EFC3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56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16" name="Google Shape;31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6"/>
          <p:cNvSpPr txBox="1"/>
          <p:nvPr>
            <p:ph idx="1" type="body"/>
          </p:nvPr>
        </p:nvSpPr>
        <p:spPr>
          <a:xfrm>
            <a:off x="512350" y="2514575"/>
            <a:ext cx="4122600" cy="16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and image">
  <p:cSld name="ONE_COLUMN_TEXT_1_1_1_1_1_1">
    <p:bg>
      <p:bgPr>
        <a:solidFill>
          <a:srgbClr val="333B4E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7"/>
          <p:cNvSpPr/>
          <p:nvPr/>
        </p:nvSpPr>
        <p:spPr>
          <a:xfrm>
            <a:off x="6570175" y="150"/>
            <a:ext cx="2573700" cy="5143500"/>
          </a:xfrm>
          <a:prstGeom prst="rect">
            <a:avLst/>
          </a:prstGeom>
          <a:solidFill>
            <a:srgbClr val="EE39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57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2" name="Google Shape;32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7"/>
          <p:cNvSpPr txBox="1"/>
          <p:nvPr>
            <p:ph idx="1" type="body"/>
          </p:nvPr>
        </p:nvSpPr>
        <p:spPr>
          <a:xfrm>
            <a:off x="512350" y="2514575"/>
            <a:ext cx="4122600" cy="16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 and image">
  <p:cSld name="ONE_COLUMN_TEXT_1_1_1_1_1_1_1">
    <p:bg>
      <p:bgPr>
        <a:solidFill>
          <a:srgbClr val="333B4E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8"/>
          <p:cNvSpPr/>
          <p:nvPr/>
        </p:nvSpPr>
        <p:spPr>
          <a:xfrm>
            <a:off x="6570175" y="150"/>
            <a:ext cx="2573700" cy="5143500"/>
          </a:xfrm>
          <a:prstGeom prst="rect">
            <a:avLst/>
          </a:prstGeom>
          <a:solidFill>
            <a:srgbClr val="945A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58"/>
          <p:cNvSpPr txBox="1"/>
          <p:nvPr>
            <p:ph type="title"/>
          </p:nvPr>
        </p:nvSpPr>
        <p:spPr>
          <a:xfrm>
            <a:off x="512350" y="345925"/>
            <a:ext cx="38304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FC31A"/>
              </a:buClr>
              <a:buSzPts val="4000"/>
              <a:buFont typeface="Constantia"/>
              <a:buNone/>
              <a:defRPr b="1" sz="4000">
                <a:solidFill>
                  <a:srgbClr val="EFC31A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28" name="Google Shape;328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9125" y="4469588"/>
            <a:ext cx="67665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58"/>
          <p:cNvSpPr txBox="1"/>
          <p:nvPr>
            <p:ph idx="1" type="body"/>
          </p:nvPr>
        </p:nvSpPr>
        <p:spPr>
          <a:xfrm>
            <a:off x="512350" y="2514575"/>
            <a:ext cx="4122600" cy="16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27AAE2"/>
              </a:buClr>
              <a:buSzPts val="2000"/>
              <a:buFont typeface="Calibri"/>
              <a:buChar char="❏"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000">
                <a:solidFill>
                  <a:srgbClr val="F0EFE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vYxadyNp8WE" TargetMode="External"/><Relationship Id="rId4" Type="http://schemas.openxmlformats.org/officeDocument/2006/relationships/image" Target="../media/image2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vYxadyNp8WE" TargetMode="External"/><Relationship Id="rId4" Type="http://schemas.openxmlformats.org/officeDocument/2006/relationships/image" Target="../media/image2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vYxadyNp8WE" TargetMode="External"/><Relationship Id="rId4" Type="http://schemas.openxmlformats.org/officeDocument/2006/relationships/image" Target="../media/image2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youtube.com/watch?v=vYxadyNp8WE" TargetMode="External"/><Relationship Id="rId4" Type="http://schemas.openxmlformats.org/officeDocument/2006/relationships/image" Target="../media/image2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vYxadyNp8WE" TargetMode="External"/><Relationship Id="rId4" Type="http://schemas.openxmlformats.org/officeDocument/2006/relationships/image" Target="../media/image2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youtube.com/watch?v=vYxadyNp8WE" TargetMode="External"/><Relationship Id="rId4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eDfeoAP4T08" TargetMode="External"/><Relationship Id="rId4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U7T5DOo_OfY" TargetMode="External"/><Relationship Id="rId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59"/>
          <p:cNvSpPr txBox="1"/>
          <p:nvPr/>
        </p:nvSpPr>
        <p:spPr>
          <a:xfrm>
            <a:off x="512250" y="1883250"/>
            <a:ext cx="796020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Image Sparks</a:t>
            </a:r>
            <a:endParaRPr b="1" sz="40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Literacy Routines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FFFF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36" name="Google Shape;336;p59"/>
          <p:cNvSpPr txBox="1"/>
          <p:nvPr/>
        </p:nvSpPr>
        <p:spPr>
          <a:xfrm>
            <a:off x="4035450" y="596900"/>
            <a:ext cx="4437000" cy="3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A four day idea creating exercise.  What do you do, like, dislike, </a:t>
            </a:r>
            <a:r>
              <a:rPr lang="en" sz="3100">
                <a:solidFill>
                  <a:schemeClr val="dk2"/>
                </a:solidFill>
              </a:rPr>
              <a:t>what</a:t>
            </a:r>
            <a:r>
              <a:rPr lang="en" sz="3100">
                <a:solidFill>
                  <a:schemeClr val="dk2"/>
                </a:solidFill>
              </a:rPr>
              <a:t> you like that others don’t, what really bugs you, what can’t you live without, and another thing….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337" name="Google Shape;337;p59"/>
          <p:cNvSpPr txBox="1"/>
          <p:nvPr/>
        </p:nvSpPr>
        <p:spPr>
          <a:xfrm>
            <a:off x="4698900" y="38654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0"/>
          <p:cNvSpPr txBox="1"/>
          <p:nvPr>
            <p:ph type="ctrTitle"/>
          </p:nvPr>
        </p:nvSpPr>
        <p:spPr>
          <a:xfrm>
            <a:off x="311700" y="58250"/>
            <a:ext cx="8520600" cy="7180500"/>
          </a:xfrm>
          <a:prstGeom prst="rect">
            <a:avLst/>
          </a:prstGeom>
          <a:solidFill>
            <a:srgbClr val="B6D7A8"/>
          </a:solidFill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Day one - a list. This is your list and no one else’s.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/>
              <a:t>This list we will keep all week.  Use a clean BW paper.  Name……..Date……..    </a:t>
            </a:r>
            <a:endParaRPr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/>
              <a:t>STEP 1: Think for 30 seconds about 2 things you                       did yesterday. Write                   them down.</a:t>
            </a:r>
            <a:endParaRPr sz="4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30 second countdown timer with music.  For educational purposes only--I don NOT own the rights to the music." id="343" name="Google Shape;343;p60" title="30 second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8425" y="325275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1"/>
          <p:cNvSpPr txBox="1"/>
          <p:nvPr>
            <p:ph type="ctrTitle"/>
          </p:nvPr>
        </p:nvSpPr>
        <p:spPr>
          <a:xfrm>
            <a:off x="311708" y="744575"/>
            <a:ext cx="8520600" cy="985200"/>
          </a:xfrm>
          <a:prstGeom prst="rect">
            <a:avLst/>
          </a:prstGeom>
          <a:solidFill>
            <a:srgbClr val="93C47D"/>
          </a:solidFill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349" name="Google Shape;349;p61"/>
          <p:cNvSpPr txBox="1"/>
          <p:nvPr>
            <p:ph idx="1" type="subTitle"/>
          </p:nvPr>
        </p:nvSpPr>
        <p:spPr>
          <a:xfrm>
            <a:off x="311700" y="1729775"/>
            <a:ext cx="8520600" cy="14775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time think of 2 things that you like that may others do NOT like.  Take your 30 seconds and then write them down.</a:t>
            </a:r>
            <a:endParaRPr/>
          </a:p>
        </p:txBody>
      </p:sp>
      <p:pic>
        <p:nvPicPr>
          <p:cNvPr descr="30 second countdown timer with music.  For educational purposes only--I don NOT own the rights to the music." id="350" name="Google Shape;350;p61" title="30 second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359675"/>
            <a:ext cx="2900311" cy="163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00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2"/>
          <p:cNvSpPr txBox="1"/>
          <p:nvPr>
            <p:ph type="ctrTitle"/>
          </p:nvPr>
        </p:nvSpPr>
        <p:spPr>
          <a:xfrm>
            <a:off x="311708" y="744575"/>
            <a:ext cx="8520600" cy="985200"/>
          </a:xfrm>
          <a:prstGeom prst="rect">
            <a:avLst/>
          </a:prstGeom>
          <a:solidFill>
            <a:srgbClr val="6AA84F"/>
          </a:solidFill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356" name="Google Shape;356;p62"/>
          <p:cNvSpPr txBox="1"/>
          <p:nvPr>
            <p:ph idx="1" type="subTitle"/>
          </p:nvPr>
        </p:nvSpPr>
        <p:spPr>
          <a:xfrm>
            <a:off x="311700" y="2143038"/>
            <a:ext cx="8520600" cy="7926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time think of two different conversations you had today. Who were they with and what were they about.  Again, you have 30 seconds and write them down.</a:t>
            </a:r>
            <a:endParaRPr/>
          </a:p>
        </p:txBody>
      </p:sp>
      <p:pic>
        <p:nvPicPr>
          <p:cNvPr descr="30 second countdown timer with music.  For educational purposes only--I don NOT own the rights to the music." id="357" name="Google Shape;357;p62" title="30 second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9925" y="33489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3"/>
          <p:cNvSpPr txBox="1"/>
          <p:nvPr>
            <p:ph type="ctrTitle"/>
          </p:nvPr>
        </p:nvSpPr>
        <p:spPr>
          <a:xfrm>
            <a:off x="311708" y="744575"/>
            <a:ext cx="8520600" cy="985200"/>
          </a:xfrm>
          <a:prstGeom prst="rect">
            <a:avLst/>
          </a:prstGeom>
          <a:solidFill>
            <a:srgbClr val="93C47D"/>
          </a:solidFill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>
                <a:latin typeface="Luckiest Guy"/>
                <a:ea typeface="Luckiest Guy"/>
                <a:cs typeface="Luckiest Guy"/>
                <a:sym typeface="Luckiest Guy"/>
              </a:rPr>
              <a:t>Step 4</a:t>
            </a:r>
            <a:endParaRPr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363" name="Google Shape;363;p63"/>
          <p:cNvSpPr txBox="1"/>
          <p:nvPr>
            <p:ph idx="1" type="subTitle"/>
          </p:nvPr>
        </p:nvSpPr>
        <p:spPr>
          <a:xfrm>
            <a:off x="388625" y="3806775"/>
            <a:ext cx="8520600" cy="11163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time you are to think of 2 things that other people do that really bother you - be serious here. </a:t>
            </a:r>
            <a:endParaRPr/>
          </a:p>
        </p:txBody>
      </p:sp>
      <p:pic>
        <p:nvPicPr>
          <p:cNvPr descr="30 second countdown timer with music.  For educational purposes only--I don NOT own the rights to the music." id="364" name="Google Shape;364;p63" title="30 second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4925" y="1911025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A6BD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4"/>
          <p:cNvSpPr txBox="1"/>
          <p:nvPr>
            <p:ph type="ctrTitle"/>
          </p:nvPr>
        </p:nvSpPr>
        <p:spPr>
          <a:xfrm>
            <a:off x="273250" y="232050"/>
            <a:ext cx="2839200" cy="2339700"/>
          </a:xfrm>
          <a:prstGeom prst="rect">
            <a:avLst/>
          </a:prstGeom>
          <a:solidFill>
            <a:srgbClr val="FFE599"/>
          </a:solidFill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latin typeface="Comic Sans MS"/>
                <a:ea typeface="Comic Sans MS"/>
                <a:cs typeface="Comic Sans MS"/>
                <a:sym typeface="Comic Sans MS"/>
              </a:rPr>
              <a:t>Step 5</a:t>
            </a:r>
            <a:endParaRPr sz="7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70" name="Google Shape;370;p64"/>
          <p:cNvSpPr txBox="1"/>
          <p:nvPr>
            <p:ph idx="1" type="subTitle"/>
          </p:nvPr>
        </p:nvSpPr>
        <p:spPr>
          <a:xfrm>
            <a:off x="3622100" y="353700"/>
            <a:ext cx="5152500" cy="1908600"/>
          </a:xfrm>
          <a:prstGeom prst="rect">
            <a:avLst/>
          </a:prstGeom>
          <a:solidFill>
            <a:srgbClr val="93C47D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time think of two things you seriously could NOT live without or you would crash out!!</a:t>
            </a:r>
            <a:endParaRPr/>
          </a:p>
        </p:txBody>
      </p:sp>
      <p:pic>
        <p:nvPicPr>
          <p:cNvPr descr="30 second countdown timer with music.  For educational purposes only--I don NOT own the rights to the music." id="371" name="Google Shape;371;p64" title="30 second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550" y="3246300"/>
            <a:ext cx="26823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64"/>
          <p:cNvSpPr txBox="1"/>
          <p:nvPr/>
        </p:nvSpPr>
        <p:spPr>
          <a:xfrm>
            <a:off x="4477775" y="2525600"/>
            <a:ext cx="3970500" cy="2339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Step 6 - </a:t>
            </a:r>
            <a:r>
              <a:rPr lang="en" sz="2400">
                <a:solidFill>
                  <a:schemeClr val="dk2"/>
                </a:solidFill>
              </a:rPr>
              <a:t>(30 secs)</a:t>
            </a:r>
            <a:r>
              <a:rPr lang="en" sz="4500">
                <a:solidFill>
                  <a:schemeClr val="dk2"/>
                </a:solidFill>
              </a:rPr>
              <a:t> </a:t>
            </a:r>
            <a:r>
              <a:rPr lang="en" sz="3100">
                <a:solidFill>
                  <a:schemeClr val="dk2"/>
                </a:solidFill>
              </a:rPr>
              <a:t>Something U R thinking of right now.</a:t>
            </a:r>
            <a:r>
              <a:rPr lang="en" sz="4500">
                <a:solidFill>
                  <a:schemeClr val="dk2"/>
                </a:solidFill>
              </a:rPr>
              <a:t> </a:t>
            </a:r>
            <a:endParaRPr sz="4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5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  <a:solidFill>
            <a:srgbClr val="FFFF00"/>
          </a:solidFill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latin typeface="Luckiest Guy"/>
                <a:ea typeface="Luckiest Guy"/>
                <a:cs typeface="Luckiest Guy"/>
                <a:sym typeface="Luckiest Guy"/>
              </a:rPr>
              <a:t>DAY 2</a:t>
            </a:r>
            <a:endParaRPr sz="5700"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378" name="Google Shape;378;p65"/>
          <p:cNvSpPr txBox="1"/>
          <p:nvPr>
            <p:ph idx="1" type="subTitle"/>
          </p:nvPr>
        </p:nvSpPr>
        <p:spPr>
          <a:xfrm>
            <a:off x="311700" y="1740700"/>
            <a:ext cx="8520600" cy="18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Pick 2 of those 11 things you came up with yesterday.  Think of them both for 30 secs.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Yes, again.  Write about them for 30 seconds…as many words as you can!!!!  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descr="30 second countdown timer with music.  For educational purposes only--I don NOT own the rights to the music." id="379" name="Google Shape;379;p65" title="30 second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0300" y="32912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6"/>
          <p:cNvSpPr txBox="1"/>
          <p:nvPr>
            <p:ph type="ctrTitle"/>
          </p:nvPr>
        </p:nvSpPr>
        <p:spPr>
          <a:xfrm>
            <a:off x="311708" y="311950"/>
            <a:ext cx="8520600" cy="985200"/>
          </a:xfrm>
          <a:prstGeom prst="rect">
            <a:avLst/>
          </a:prstGeom>
          <a:solidFill>
            <a:srgbClr val="FFFF00"/>
          </a:solidFill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uckiest Guy"/>
                <a:ea typeface="Luckiest Guy"/>
                <a:cs typeface="Luckiest Guy"/>
                <a:sym typeface="Luckiest Guy"/>
              </a:rPr>
              <a:t>Day  3 </a:t>
            </a:r>
            <a:endParaRPr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385" name="Google Shape;385;p66"/>
          <p:cNvSpPr txBox="1"/>
          <p:nvPr>
            <p:ph idx="1" type="subTitle"/>
          </p:nvPr>
        </p:nvSpPr>
        <p:spPr>
          <a:xfrm>
            <a:off x="311700" y="1475513"/>
            <a:ext cx="8520600" cy="1896900"/>
          </a:xfrm>
          <a:prstGeom prst="rect">
            <a:avLst/>
          </a:prstGeom>
          <a:solidFill>
            <a:srgbClr val="00FFFF"/>
          </a:solidFill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Pick one of those 2 things that you wrote about for 30 seconds.  Use the one that kept you thinking the most.  Now you will free write for 3 minutes.  Pretend you are talking to someone about that “thing”.  Write that down… for 3 minutes! Don’t worry about spelling or grammar. Don’t worry about sentence structure.  Just write your thoughts on the subject. 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72">
                <a:solidFill>
                  <a:srgbClr val="FF0000"/>
                </a:solidFill>
              </a:rPr>
              <a:t>GO!!</a:t>
            </a:r>
            <a:endParaRPr sz="3872">
              <a:solidFill>
                <a:srgbClr val="FF0000"/>
              </a:solidFill>
            </a:endParaRPr>
          </a:p>
        </p:txBody>
      </p:sp>
      <p:pic>
        <p:nvPicPr>
          <p:cNvPr descr="READY??? As the 3 minute timer ticks...three fiery fuses sizzle their way to the ultimate cookie explosion, with a BANG every minute! 💣🔥 It's a wild, cookie-crumbling ride that will keep you on the edge of your seat until the very last crumb! 😜🍪&#10;&#10;Can you handle the suspense? Grab some snacks (maybe not cookies though 😂) and countdown with us. Don't forget to like, comment, and subscribe for more epic fun! BOOM! BOOM! BOOM! LET'S GO! 💥🍪&#10;&#10;🚨 SUBSCRIBE&#10;https://www.youtube.com/@TimerTopia?sub_confirmation=1&#10; &#10;&#10;👉 DONATE&#10;https://bit.ly/3pkGmo7&#10;&#10;💬 JOIN US IN THE COMMENTS&#10;WE LIKE TO HAVE FUN!&#10;&#10;Get the best offline timer at Walmart:&#10;https://www.walmart.com/ip/JOYHILL-Digital-Kitchen-Timer-Magnetic-Timer-with-Large-LED-Display-Screen-3-Volume-Levels-Ideal-for-Cooking-Baking-Teaching-Fitness-Black/3600076033?classType=VARIANT&amp;adsRedirect=true&#10;#timertopia&#10;&#10;Disclaimer: Some links in this description may be affiliate links. If you click and buy something, I may earn a small commission at no extra cost to you. As an Amazon Associate, I earn from qualifying purchases." id="386" name="Google Shape;386;p66" title="3 Minute Timer Bomb [COOKIE] 🍪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5675" y="3372425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7"/>
          <p:cNvSpPr txBox="1"/>
          <p:nvPr>
            <p:ph type="ctrTitle"/>
          </p:nvPr>
        </p:nvSpPr>
        <p:spPr>
          <a:xfrm>
            <a:off x="311708" y="744575"/>
            <a:ext cx="8520600" cy="985200"/>
          </a:xfrm>
          <a:prstGeom prst="rect">
            <a:avLst/>
          </a:prstGeom>
          <a:solidFill>
            <a:srgbClr val="00FF00"/>
          </a:solidFill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DAY 4</a:t>
            </a:r>
            <a:endParaRPr/>
          </a:p>
        </p:txBody>
      </p:sp>
      <p:sp>
        <p:nvSpPr>
          <p:cNvPr id="392" name="Google Shape;392;p67"/>
          <p:cNvSpPr txBox="1"/>
          <p:nvPr>
            <p:ph idx="1" type="subTitle"/>
          </p:nvPr>
        </p:nvSpPr>
        <p:spPr>
          <a:xfrm>
            <a:off x="311700" y="1929225"/>
            <a:ext cx="8520600" cy="2711100"/>
          </a:xfrm>
          <a:prstGeom prst="rect">
            <a:avLst/>
          </a:prstGeom>
          <a:solidFill>
            <a:srgbClr val="6AA84F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 you will share what you wrote about for 3 minutes.yesterday. Pick a number between 1 and 3.  One will share with TWO.  TWO will Share with THREE and THREE will share with ONE!  You have  5 </a:t>
            </a:r>
            <a:r>
              <a:rPr lang="en"/>
              <a:t>minutes</a:t>
            </a:r>
            <a:r>
              <a:rPr lang="en"/>
              <a:t> to read and write comments.  We will come back together for discussion.  GO!!</a:t>
            </a:r>
            <a:endParaRPr/>
          </a:p>
        </p:txBody>
      </p:sp>
      <p:pic>
        <p:nvPicPr>
          <p:cNvPr id="393" name="Google Shape;393;p67" title="The chillest 5:00 minute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75" y="214725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